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6" r:id="rId5"/>
    <p:sldId id="2147308200" r:id="rId6"/>
    <p:sldId id="2147308213" r:id="rId7"/>
    <p:sldId id="2147308216" r:id="rId8"/>
    <p:sldId id="2147308215" r:id="rId9"/>
    <p:sldId id="2147308219" r:id="rId10"/>
    <p:sldId id="2147308218" r:id="rId11"/>
    <p:sldId id="2147308220" r:id="rId12"/>
    <p:sldId id="2147308221" r:id="rId13"/>
    <p:sldId id="2147308222" r:id="rId14"/>
    <p:sldId id="2147308223" r:id="rId15"/>
    <p:sldId id="400" r:id="rId16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F796385-96CA-6581-1691-D0916CF35AC5}" name="Lueck, Gregory M" initials="LM" userId="S::gregory.m.lueck@intel.com::f2bcafe8-1cd9-4e6b-93d2-d2140a1ee747" providerId="AD"/>
  <p188:author id="{D1AE7490-C6AB-C12A-0372-9C19C1684AF8}" name="Pennycook, John" initials="PJ" userId="S::john.pennycook@intel.com::3535af73-4c1a-4308-ab11-f31a2d947cbd" providerId="AD"/>
  <p188:author id="{428FD5FC-673A-A761-AA09-E743641F19DE}" name="Brodman, James" initials="BJ" userId="S::james.brodman@intel.com::8312637c-4124-44ee-b12c-ea8ed76646f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E37DF5-9ABE-4F33-B049-33076CB034CC}" v="89" dt="2026-06-10T13:29:44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eck, Gregory M" userId="f2bcafe8-1cd9-4e6b-93d2-d2140a1ee747" providerId="ADAL" clId="{A1325083-3841-45F5-B2FD-677830A79A60}"/>
    <pc:docChg chg="undo custSel addSld delSld modSld sldOrd modMainMaster">
      <pc:chgData name="Lueck, Gregory M" userId="f2bcafe8-1cd9-4e6b-93d2-d2140a1ee747" providerId="ADAL" clId="{A1325083-3841-45F5-B2FD-677830A79A60}" dt="2026-06-10T13:37:06.200" v="10579" actId="20577"/>
      <pc:docMkLst>
        <pc:docMk/>
      </pc:docMkLst>
      <pc:sldChg chg="modSp mod">
        <pc:chgData name="Lueck, Gregory M" userId="f2bcafe8-1cd9-4e6b-93d2-d2140a1ee747" providerId="ADAL" clId="{A1325083-3841-45F5-B2FD-677830A79A60}" dt="2026-06-10T13:31:41.970" v="10475" actId="20577"/>
        <pc:sldMkLst>
          <pc:docMk/>
          <pc:sldMk cId="2813214954" sldId="256"/>
        </pc:sldMkLst>
        <pc:spChg chg="mod">
          <ac:chgData name="Lueck, Gregory M" userId="f2bcafe8-1cd9-4e6b-93d2-d2140a1ee747" providerId="ADAL" clId="{A1325083-3841-45F5-B2FD-677830A79A60}" dt="2026-06-09T17:48:45.146" v="2946" actId="20577"/>
          <ac:spMkLst>
            <pc:docMk/>
            <pc:sldMk cId="2813214954" sldId="256"/>
            <ac:spMk id="3" creationId="{8B45CB02-66E4-8E47-9742-E01C08F263A6}"/>
          </ac:spMkLst>
        </pc:spChg>
        <pc:spChg chg="mod">
          <ac:chgData name="Lueck, Gregory M" userId="f2bcafe8-1cd9-4e6b-93d2-d2140a1ee747" providerId="ADAL" clId="{A1325083-3841-45F5-B2FD-677830A79A60}" dt="2026-06-10T13:31:41.970" v="10475" actId="20577"/>
          <ac:spMkLst>
            <pc:docMk/>
            <pc:sldMk cId="2813214954" sldId="256"/>
            <ac:spMk id="4" creationId="{3B112B06-A1CE-4DCA-BCC6-5D490E54CB36}"/>
          </ac:spMkLst>
        </pc:spChg>
      </pc:sldChg>
      <pc:sldChg chg="addSp modSp mod">
        <pc:chgData name="Lueck, Gregory M" userId="f2bcafe8-1cd9-4e6b-93d2-d2140a1ee747" providerId="ADAL" clId="{A1325083-3841-45F5-B2FD-677830A79A60}" dt="2026-06-10T12:01:48.427" v="7947" actId="20577"/>
        <pc:sldMkLst>
          <pc:docMk/>
          <pc:sldMk cId="4239106732" sldId="2147308200"/>
        </pc:sldMkLst>
        <pc:spChg chg="mod">
          <ac:chgData name="Lueck, Gregory M" userId="f2bcafe8-1cd9-4e6b-93d2-d2140a1ee747" providerId="ADAL" clId="{A1325083-3841-45F5-B2FD-677830A79A60}" dt="2026-06-09T18:24:58.902" v="3068" actId="20577"/>
          <ac:spMkLst>
            <pc:docMk/>
            <pc:sldMk cId="4239106732" sldId="2147308200"/>
            <ac:spMk id="2" creationId="{599D9773-A957-4DB8-B542-511BA5D4C304}"/>
          </ac:spMkLst>
        </pc:spChg>
        <pc:spChg chg="mod">
          <ac:chgData name="Lueck, Gregory M" userId="f2bcafe8-1cd9-4e6b-93d2-d2140a1ee747" providerId="ADAL" clId="{A1325083-3841-45F5-B2FD-677830A79A60}" dt="2026-06-10T12:01:48.427" v="7947" actId="20577"/>
          <ac:spMkLst>
            <pc:docMk/>
            <pc:sldMk cId="4239106732" sldId="2147308200"/>
            <ac:spMk id="3" creationId="{E758B3B9-4AE5-462F-B8BD-70D12134CEE5}"/>
          </ac:spMkLst>
        </pc:spChg>
        <pc:spChg chg="add mod">
          <ac:chgData name="Lueck, Gregory M" userId="f2bcafe8-1cd9-4e6b-93d2-d2140a1ee747" providerId="ADAL" clId="{A1325083-3841-45F5-B2FD-677830A79A60}" dt="2026-06-09T18:23:19.803" v="3059" actId="14100"/>
          <ac:spMkLst>
            <pc:docMk/>
            <pc:sldMk cId="4239106732" sldId="2147308200"/>
            <ac:spMk id="4" creationId="{B6411111-A7B4-FAC3-D0C1-7E0CC6000C1F}"/>
          </ac:spMkLst>
        </pc:spChg>
        <pc:spChg chg="add mod">
          <ac:chgData name="Lueck, Gregory M" userId="f2bcafe8-1cd9-4e6b-93d2-d2140a1ee747" providerId="ADAL" clId="{A1325083-3841-45F5-B2FD-677830A79A60}" dt="2026-06-09T18:22:25.561" v="3051"/>
          <ac:spMkLst>
            <pc:docMk/>
            <pc:sldMk cId="4239106732" sldId="2147308200"/>
            <ac:spMk id="5" creationId="{B0FA5B49-F6E0-AC59-68E6-DB9580B6001F}"/>
          </ac:spMkLst>
        </pc:spChg>
        <pc:spChg chg="add mod">
          <ac:chgData name="Lueck, Gregory M" userId="f2bcafe8-1cd9-4e6b-93d2-d2140a1ee747" providerId="ADAL" clId="{A1325083-3841-45F5-B2FD-677830A79A60}" dt="2026-06-09T18:58:53.994" v="4959" actId="20577"/>
          <ac:spMkLst>
            <pc:docMk/>
            <pc:sldMk cId="4239106732" sldId="2147308200"/>
            <ac:spMk id="6" creationId="{1F71E521-EB98-FDF5-6957-A8AEC117D828}"/>
          </ac:spMkLst>
        </pc:spChg>
        <pc:spChg chg="add mod">
          <ac:chgData name="Lueck, Gregory M" userId="f2bcafe8-1cd9-4e6b-93d2-d2140a1ee747" providerId="ADAL" clId="{A1325083-3841-45F5-B2FD-677830A79A60}" dt="2026-06-09T18:32:46.539" v="3763" actId="1036"/>
          <ac:spMkLst>
            <pc:docMk/>
            <pc:sldMk cId="4239106732" sldId="2147308200"/>
            <ac:spMk id="7" creationId="{5E6A3654-5208-5610-59EE-6CD5F942A150}"/>
          </ac:spMkLst>
        </pc:spChg>
        <pc:spChg chg="add mod">
          <ac:chgData name="Lueck, Gregory M" userId="f2bcafe8-1cd9-4e6b-93d2-d2140a1ee747" providerId="ADAL" clId="{A1325083-3841-45F5-B2FD-677830A79A60}" dt="2026-06-09T18:58:58.134" v="4965" actId="20577"/>
          <ac:spMkLst>
            <pc:docMk/>
            <pc:sldMk cId="4239106732" sldId="2147308200"/>
            <ac:spMk id="8" creationId="{93953402-5922-008F-5A4D-20868C3FBB84}"/>
          </ac:spMkLst>
        </pc:spChg>
      </pc:sldChg>
      <pc:sldChg chg="del">
        <pc:chgData name="Lueck, Gregory M" userId="f2bcafe8-1cd9-4e6b-93d2-d2140a1ee747" providerId="ADAL" clId="{A1325083-3841-45F5-B2FD-677830A79A60}" dt="2026-06-10T13:15:55.725" v="10438" actId="47"/>
        <pc:sldMkLst>
          <pc:docMk/>
          <pc:sldMk cId="966485917" sldId="2147308202"/>
        </pc:sldMkLst>
      </pc:sldChg>
      <pc:sldChg chg="del">
        <pc:chgData name="Lueck, Gregory M" userId="f2bcafe8-1cd9-4e6b-93d2-d2140a1ee747" providerId="ADAL" clId="{A1325083-3841-45F5-B2FD-677830A79A60}" dt="2026-06-10T13:15:55.725" v="10438" actId="47"/>
        <pc:sldMkLst>
          <pc:docMk/>
          <pc:sldMk cId="1219391919" sldId="2147308204"/>
        </pc:sldMkLst>
      </pc:sldChg>
      <pc:sldChg chg="del">
        <pc:chgData name="Lueck, Gregory M" userId="f2bcafe8-1cd9-4e6b-93d2-d2140a1ee747" providerId="ADAL" clId="{A1325083-3841-45F5-B2FD-677830A79A60}" dt="2026-06-10T13:15:55.725" v="10438" actId="47"/>
        <pc:sldMkLst>
          <pc:docMk/>
          <pc:sldMk cId="3248328099" sldId="2147308205"/>
        </pc:sldMkLst>
      </pc:sldChg>
      <pc:sldChg chg="del">
        <pc:chgData name="Lueck, Gregory M" userId="f2bcafe8-1cd9-4e6b-93d2-d2140a1ee747" providerId="ADAL" clId="{A1325083-3841-45F5-B2FD-677830A79A60}" dt="2026-06-10T13:15:55.725" v="10438" actId="47"/>
        <pc:sldMkLst>
          <pc:docMk/>
          <pc:sldMk cId="1388835205" sldId="2147308206"/>
        </pc:sldMkLst>
      </pc:sldChg>
      <pc:sldChg chg="del">
        <pc:chgData name="Lueck, Gregory M" userId="f2bcafe8-1cd9-4e6b-93d2-d2140a1ee747" providerId="ADAL" clId="{A1325083-3841-45F5-B2FD-677830A79A60}" dt="2026-06-10T13:15:55.725" v="10438" actId="47"/>
        <pc:sldMkLst>
          <pc:docMk/>
          <pc:sldMk cId="724968913" sldId="2147308208"/>
        </pc:sldMkLst>
      </pc:sldChg>
      <pc:sldChg chg="del">
        <pc:chgData name="Lueck, Gregory M" userId="f2bcafe8-1cd9-4e6b-93d2-d2140a1ee747" providerId="ADAL" clId="{A1325083-3841-45F5-B2FD-677830A79A60}" dt="2026-06-10T13:15:55.725" v="10438" actId="47"/>
        <pc:sldMkLst>
          <pc:docMk/>
          <pc:sldMk cId="246313006" sldId="2147308209"/>
        </pc:sldMkLst>
      </pc:sldChg>
      <pc:sldChg chg="del">
        <pc:chgData name="Lueck, Gregory M" userId="f2bcafe8-1cd9-4e6b-93d2-d2140a1ee747" providerId="ADAL" clId="{A1325083-3841-45F5-B2FD-677830A79A60}" dt="2026-06-10T13:15:55.725" v="10438" actId="47"/>
        <pc:sldMkLst>
          <pc:docMk/>
          <pc:sldMk cId="732469803" sldId="2147308210"/>
        </pc:sldMkLst>
      </pc:sldChg>
      <pc:sldChg chg="del">
        <pc:chgData name="Lueck, Gregory M" userId="f2bcafe8-1cd9-4e6b-93d2-d2140a1ee747" providerId="ADAL" clId="{A1325083-3841-45F5-B2FD-677830A79A60}" dt="2026-06-10T13:15:55.725" v="10438" actId="47"/>
        <pc:sldMkLst>
          <pc:docMk/>
          <pc:sldMk cId="2352368589" sldId="2147308211"/>
        </pc:sldMkLst>
      </pc:sldChg>
      <pc:sldChg chg="modSp add del mod ord">
        <pc:chgData name="Lueck, Gregory M" userId="f2bcafe8-1cd9-4e6b-93d2-d2140a1ee747" providerId="ADAL" clId="{A1325083-3841-45F5-B2FD-677830A79A60}" dt="2026-06-10T13:15:55.725" v="10438" actId="47"/>
        <pc:sldMkLst>
          <pc:docMk/>
          <pc:sldMk cId="691682704" sldId="2147308212"/>
        </pc:sldMkLst>
        <pc:spChg chg="mod">
          <ac:chgData name="Lueck, Gregory M" userId="f2bcafe8-1cd9-4e6b-93d2-d2140a1ee747" providerId="ADAL" clId="{A1325083-3841-45F5-B2FD-677830A79A60}" dt="2026-06-09T19:08:18.738" v="5135" actId="20577"/>
          <ac:spMkLst>
            <pc:docMk/>
            <pc:sldMk cId="691682704" sldId="2147308212"/>
            <ac:spMk id="2" creationId="{AA650190-9930-9B6B-959A-DE67B804B696}"/>
          </ac:spMkLst>
        </pc:spChg>
        <pc:spChg chg="mod">
          <ac:chgData name="Lueck, Gregory M" userId="f2bcafe8-1cd9-4e6b-93d2-d2140a1ee747" providerId="ADAL" clId="{A1325083-3841-45F5-B2FD-677830A79A60}" dt="2026-06-09T19:08:36.587" v="5157" actId="14100"/>
          <ac:spMkLst>
            <pc:docMk/>
            <pc:sldMk cId="691682704" sldId="2147308212"/>
            <ac:spMk id="3" creationId="{FB0CB2BD-9123-D983-A04A-0C3A3ECD3F4D}"/>
          </ac:spMkLst>
        </pc:spChg>
        <pc:spChg chg="mod">
          <ac:chgData name="Lueck, Gregory M" userId="f2bcafe8-1cd9-4e6b-93d2-d2140a1ee747" providerId="ADAL" clId="{A1325083-3841-45F5-B2FD-677830A79A60}" dt="2026-06-09T19:08:29.420" v="5156" actId="1036"/>
          <ac:spMkLst>
            <pc:docMk/>
            <pc:sldMk cId="691682704" sldId="2147308212"/>
            <ac:spMk id="4" creationId="{7C5B8BBC-E6D4-4DDE-ADC2-4AB8BFA3F060}"/>
          </ac:spMkLst>
        </pc:spChg>
        <pc:spChg chg="mod">
          <ac:chgData name="Lueck, Gregory M" userId="f2bcafe8-1cd9-4e6b-93d2-d2140a1ee747" providerId="ADAL" clId="{A1325083-3841-45F5-B2FD-677830A79A60}" dt="2026-06-09T19:08:29.420" v="5156" actId="1036"/>
          <ac:spMkLst>
            <pc:docMk/>
            <pc:sldMk cId="691682704" sldId="2147308212"/>
            <ac:spMk id="6" creationId="{A7A202F3-EEB7-AA84-E0AC-EDCCB58E6863}"/>
          </ac:spMkLst>
        </pc:spChg>
        <pc:spChg chg="mod">
          <ac:chgData name="Lueck, Gregory M" userId="f2bcafe8-1cd9-4e6b-93d2-d2140a1ee747" providerId="ADAL" clId="{A1325083-3841-45F5-B2FD-677830A79A60}" dt="2026-06-09T19:53:16.334" v="6810" actId="20577"/>
          <ac:spMkLst>
            <pc:docMk/>
            <pc:sldMk cId="691682704" sldId="2147308212"/>
            <ac:spMk id="7" creationId="{716FAE0E-289A-DC0C-AEF6-4C020662AD67}"/>
          </ac:spMkLst>
        </pc:spChg>
        <pc:spChg chg="mod">
          <ac:chgData name="Lueck, Gregory M" userId="f2bcafe8-1cd9-4e6b-93d2-d2140a1ee747" providerId="ADAL" clId="{A1325083-3841-45F5-B2FD-677830A79A60}" dt="2026-06-09T19:08:29.420" v="5156" actId="1036"/>
          <ac:spMkLst>
            <pc:docMk/>
            <pc:sldMk cId="691682704" sldId="2147308212"/>
            <ac:spMk id="8" creationId="{532E923B-3934-3DF0-32FC-2BF623D491E2}"/>
          </ac:spMkLst>
        </pc:spChg>
      </pc:sldChg>
      <pc:sldChg chg="addSp delSp modSp add mod">
        <pc:chgData name="Lueck, Gregory M" userId="f2bcafe8-1cd9-4e6b-93d2-d2140a1ee747" providerId="ADAL" clId="{A1325083-3841-45F5-B2FD-677830A79A60}" dt="2026-06-09T20:11:07.356" v="7283" actId="20577"/>
        <pc:sldMkLst>
          <pc:docMk/>
          <pc:sldMk cId="3191110796" sldId="2147308213"/>
        </pc:sldMkLst>
        <pc:spChg chg="mod">
          <ac:chgData name="Lueck, Gregory M" userId="f2bcafe8-1cd9-4e6b-93d2-d2140a1ee747" providerId="ADAL" clId="{A1325083-3841-45F5-B2FD-677830A79A60}" dt="2026-06-09T18:55:40.584" v="4603" actId="20577"/>
          <ac:spMkLst>
            <pc:docMk/>
            <pc:sldMk cId="3191110796" sldId="2147308213"/>
            <ac:spMk id="2" creationId="{E8408726-BC0C-5CBB-3B9D-3110DC6C947E}"/>
          </ac:spMkLst>
        </pc:spChg>
        <pc:spChg chg="del">
          <ac:chgData name="Lueck, Gregory M" userId="f2bcafe8-1cd9-4e6b-93d2-d2140a1ee747" providerId="ADAL" clId="{A1325083-3841-45F5-B2FD-677830A79A60}" dt="2026-06-09T18:48:52.349" v="4262" actId="478"/>
          <ac:spMkLst>
            <pc:docMk/>
            <pc:sldMk cId="3191110796" sldId="2147308213"/>
            <ac:spMk id="3" creationId="{CF5F274D-CF9D-C538-ACC3-01BD6A50F688}"/>
          </ac:spMkLst>
        </pc:spChg>
        <pc:spChg chg="mod">
          <ac:chgData name="Lueck, Gregory M" userId="f2bcafe8-1cd9-4e6b-93d2-d2140a1ee747" providerId="ADAL" clId="{A1325083-3841-45F5-B2FD-677830A79A60}" dt="2026-06-09T18:53:18.401" v="4602" actId="1035"/>
          <ac:spMkLst>
            <pc:docMk/>
            <pc:sldMk cId="3191110796" sldId="2147308213"/>
            <ac:spMk id="4" creationId="{0C4A3F71-7C3E-3C4B-BB6F-2B2256EF2A97}"/>
          </ac:spMkLst>
        </pc:spChg>
        <pc:spChg chg="mod">
          <ac:chgData name="Lueck, Gregory M" userId="f2bcafe8-1cd9-4e6b-93d2-d2140a1ee747" providerId="ADAL" clId="{A1325083-3841-45F5-B2FD-677830A79A60}" dt="2026-06-09T20:11:07.356" v="7283" actId="20577"/>
          <ac:spMkLst>
            <pc:docMk/>
            <pc:sldMk cId="3191110796" sldId="2147308213"/>
            <ac:spMk id="6" creationId="{7D374770-58B2-3B19-D5E1-CDD27976F948}"/>
          </ac:spMkLst>
        </pc:spChg>
        <pc:spChg chg="mod">
          <ac:chgData name="Lueck, Gregory M" userId="f2bcafe8-1cd9-4e6b-93d2-d2140a1ee747" providerId="ADAL" clId="{A1325083-3841-45F5-B2FD-677830A79A60}" dt="2026-06-09T19:00:15.292" v="4993" actId="20577"/>
          <ac:spMkLst>
            <pc:docMk/>
            <pc:sldMk cId="3191110796" sldId="2147308213"/>
            <ac:spMk id="7" creationId="{9E4F39EA-27AD-369F-F718-6AE706AC3DCC}"/>
          </ac:spMkLst>
        </pc:spChg>
        <pc:spChg chg="mod">
          <ac:chgData name="Lueck, Gregory M" userId="f2bcafe8-1cd9-4e6b-93d2-d2140a1ee747" providerId="ADAL" clId="{A1325083-3841-45F5-B2FD-677830A79A60}" dt="2026-06-09T19:07:27.625" v="5097" actId="20577"/>
          <ac:spMkLst>
            <pc:docMk/>
            <pc:sldMk cId="3191110796" sldId="2147308213"/>
            <ac:spMk id="8" creationId="{95D36891-C3A5-EC84-2D41-28291F018D69}"/>
          </ac:spMkLst>
        </pc:spChg>
        <pc:spChg chg="add del mod">
          <ac:chgData name="Lueck, Gregory M" userId="f2bcafe8-1cd9-4e6b-93d2-d2140a1ee747" providerId="ADAL" clId="{A1325083-3841-45F5-B2FD-677830A79A60}" dt="2026-06-09T18:48:55.847" v="4263" actId="478"/>
          <ac:spMkLst>
            <pc:docMk/>
            <pc:sldMk cId="3191110796" sldId="2147308213"/>
            <ac:spMk id="9" creationId="{D9B00CA7-64FF-C04D-B42A-15EBFA5A4EE7}"/>
          </ac:spMkLst>
        </pc:spChg>
        <pc:spChg chg="add mod">
          <ac:chgData name="Lueck, Gregory M" userId="f2bcafe8-1cd9-4e6b-93d2-d2140a1ee747" providerId="ADAL" clId="{A1325083-3841-45F5-B2FD-677830A79A60}" dt="2026-06-09T18:53:18.401" v="4602" actId="1035"/>
          <ac:spMkLst>
            <pc:docMk/>
            <pc:sldMk cId="3191110796" sldId="2147308213"/>
            <ac:spMk id="10" creationId="{416F0385-649D-6D69-2A50-386C6A8178B5}"/>
          </ac:spMkLst>
        </pc:spChg>
        <pc:spChg chg="add mod">
          <ac:chgData name="Lueck, Gregory M" userId="f2bcafe8-1cd9-4e6b-93d2-d2140a1ee747" providerId="ADAL" clId="{A1325083-3841-45F5-B2FD-677830A79A60}" dt="2026-06-09T19:01:43.605" v="4997" actId="1076"/>
          <ac:spMkLst>
            <pc:docMk/>
            <pc:sldMk cId="3191110796" sldId="2147308213"/>
            <ac:spMk id="13" creationId="{264114E2-E998-E1B7-ED6B-E3D4FCEA5D13}"/>
          </ac:spMkLst>
        </pc:spChg>
        <pc:cxnChg chg="add mod">
          <ac:chgData name="Lueck, Gregory M" userId="f2bcafe8-1cd9-4e6b-93d2-d2140a1ee747" providerId="ADAL" clId="{A1325083-3841-45F5-B2FD-677830A79A60}" dt="2026-06-09T18:53:18.401" v="4602" actId="1035"/>
          <ac:cxnSpMkLst>
            <pc:docMk/>
            <pc:sldMk cId="3191110796" sldId="2147308213"/>
            <ac:cxnSpMk id="11" creationId="{E19A310F-F671-354F-DD66-F24F9A73A263}"/>
          </ac:cxnSpMkLst>
        </pc:cxnChg>
        <pc:cxnChg chg="add mod">
          <ac:chgData name="Lueck, Gregory M" userId="f2bcafe8-1cd9-4e6b-93d2-d2140a1ee747" providerId="ADAL" clId="{A1325083-3841-45F5-B2FD-677830A79A60}" dt="2026-06-09T19:01:39.480" v="4996" actId="1076"/>
          <ac:cxnSpMkLst>
            <pc:docMk/>
            <pc:sldMk cId="3191110796" sldId="2147308213"/>
            <ac:cxnSpMk id="14" creationId="{33234963-0793-0388-96F2-9F09E46402C2}"/>
          </ac:cxnSpMkLst>
        </pc:cxnChg>
      </pc:sldChg>
      <pc:sldChg chg="delSp modSp add del mod">
        <pc:chgData name="Lueck, Gregory M" userId="f2bcafe8-1cd9-4e6b-93d2-d2140a1ee747" providerId="ADAL" clId="{A1325083-3841-45F5-B2FD-677830A79A60}" dt="2026-06-09T19:18:37.684" v="6159" actId="47"/>
        <pc:sldMkLst>
          <pc:docMk/>
          <pc:sldMk cId="252643851" sldId="2147308214"/>
        </pc:sldMkLst>
        <pc:spChg chg="mod">
          <ac:chgData name="Lueck, Gregory M" userId="f2bcafe8-1cd9-4e6b-93d2-d2140a1ee747" providerId="ADAL" clId="{A1325083-3841-45F5-B2FD-677830A79A60}" dt="2026-06-09T19:11:46.226" v="5216" actId="20577"/>
          <ac:spMkLst>
            <pc:docMk/>
            <pc:sldMk cId="252643851" sldId="2147308214"/>
            <ac:spMk id="2" creationId="{69F21222-F4A8-AA67-6EE5-DC9E5E220B5A}"/>
          </ac:spMkLst>
        </pc:spChg>
        <pc:spChg chg="del mod">
          <ac:chgData name="Lueck, Gregory M" userId="f2bcafe8-1cd9-4e6b-93d2-d2140a1ee747" providerId="ADAL" clId="{A1325083-3841-45F5-B2FD-677830A79A60}" dt="2026-06-09T19:11:51.614" v="5217" actId="478"/>
          <ac:spMkLst>
            <pc:docMk/>
            <pc:sldMk cId="252643851" sldId="2147308214"/>
            <ac:spMk id="4" creationId="{3ACB4D17-6A0C-45E9-BBB5-F0482FB0E337}"/>
          </ac:spMkLst>
        </pc:spChg>
        <pc:spChg chg="del">
          <ac:chgData name="Lueck, Gregory M" userId="f2bcafe8-1cd9-4e6b-93d2-d2140a1ee747" providerId="ADAL" clId="{A1325083-3841-45F5-B2FD-677830A79A60}" dt="2026-06-09T19:11:51.614" v="5217" actId="478"/>
          <ac:spMkLst>
            <pc:docMk/>
            <pc:sldMk cId="252643851" sldId="2147308214"/>
            <ac:spMk id="6" creationId="{57F9D2FB-E1A2-5C2E-A3D0-49EC45FA94FB}"/>
          </ac:spMkLst>
        </pc:spChg>
        <pc:spChg chg="del">
          <ac:chgData name="Lueck, Gregory M" userId="f2bcafe8-1cd9-4e6b-93d2-d2140a1ee747" providerId="ADAL" clId="{A1325083-3841-45F5-B2FD-677830A79A60}" dt="2026-06-09T19:03:04.076" v="5041" actId="478"/>
          <ac:spMkLst>
            <pc:docMk/>
            <pc:sldMk cId="252643851" sldId="2147308214"/>
            <ac:spMk id="7" creationId="{2C02AC9E-FC21-BC7B-5AFB-6272FD5B47CF}"/>
          </ac:spMkLst>
        </pc:spChg>
        <pc:spChg chg="del">
          <ac:chgData name="Lueck, Gregory M" userId="f2bcafe8-1cd9-4e6b-93d2-d2140a1ee747" providerId="ADAL" clId="{A1325083-3841-45F5-B2FD-677830A79A60}" dt="2026-06-09T19:03:04.076" v="5041" actId="478"/>
          <ac:spMkLst>
            <pc:docMk/>
            <pc:sldMk cId="252643851" sldId="2147308214"/>
            <ac:spMk id="8" creationId="{1245D3B4-D6D8-2C76-3EDB-69E7ABD60A9B}"/>
          </ac:spMkLst>
        </pc:spChg>
        <pc:spChg chg="del">
          <ac:chgData name="Lueck, Gregory M" userId="f2bcafe8-1cd9-4e6b-93d2-d2140a1ee747" providerId="ADAL" clId="{A1325083-3841-45F5-B2FD-677830A79A60}" dt="2026-06-09T19:03:07.967" v="5042" actId="478"/>
          <ac:spMkLst>
            <pc:docMk/>
            <pc:sldMk cId="252643851" sldId="2147308214"/>
            <ac:spMk id="10" creationId="{2E948ED2-8FE0-E3FC-A84E-FE8ABBBA05D9}"/>
          </ac:spMkLst>
        </pc:spChg>
        <pc:spChg chg="del">
          <ac:chgData name="Lueck, Gregory M" userId="f2bcafe8-1cd9-4e6b-93d2-d2140a1ee747" providerId="ADAL" clId="{A1325083-3841-45F5-B2FD-677830A79A60}" dt="2026-06-09T19:03:04.076" v="5041" actId="478"/>
          <ac:spMkLst>
            <pc:docMk/>
            <pc:sldMk cId="252643851" sldId="2147308214"/>
            <ac:spMk id="13" creationId="{EB7FEED5-D47A-08C2-E505-E4FBB5420DB6}"/>
          </ac:spMkLst>
        </pc:spChg>
        <pc:cxnChg chg="del">
          <ac:chgData name="Lueck, Gregory M" userId="f2bcafe8-1cd9-4e6b-93d2-d2140a1ee747" providerId="ADAL" clId="{A1325083-3841-45F5-B2FD-677830A79A60}" dt="2026-06-09T19:03:07.967" v="5042" actId="478"/>
          <ac:cxnSpMkLst>
            <pc:docMk/>
            <pc:sldMk cId="252643851" sldId="2147308214"/>
            <ac:cxnSpMk id="11" creationId="{0CB2525A-6DA8-AA8F-D0FA-8461B20DEF93}"/>
          </ac:cxnSpMkLst>
        </pc:cxnChg>
        <pc:cxnChg chg="del">
          <ac:chgData name="Lueck, Gregory M" userId="f2bcafe8-1cd9-4e6b-93d2-d2140a1ee747" providerId="ADAL" clId="{A1325083-3841-45F5-B2FD-677830A79A60}" dt="2026-06-09T19:03:04.076" v="5041" actId="478"/>
          <ac:cxnSpMkLst>
            <pc:docMk/>
            <pc:sldMk cId="252643851" sldId="2147308214"/>
            <ac:cxnSpMk id="14" creationId="{77428267-79BB-CE86-EDE1-AFF08347B8D2}"/>
          </ac:cxnSpMkLst>
        </pc:cxnChg>
      </pc:sldChg>
      <pc:sldChg chg="addSp delSp modSp add mod ord">
        <pc:chgData name="Lueck, Gregory M" userId="f2bcafe8-1cd9-4e6b-93d2-d2140a1ee747" providerId="ADAL" clId="{A1325083-3841-45F5-B2FD-677830A79A60}" dt="2026-06-09T20:14:16.193" v="7284" actId="113"/>
        <pc:sldMkLst>
          <pc:docMk/>
          <pc:sldMk cId="1465805684" sldId="2147308215"/>
        </pc:sldMkLst>
        <pc:spChg chg="mod">
          <ac:chgData name="Lueck, Gregory M" userId="f2bcafe8-1cd9-4e6b-93d2-d2140a1ee747" providerId="ADAL" clId="{A1325083-3841-45F5-B2FD-677830A79A60}" dt="2026-06-09T20:02:50.145" v="6875" actId="20577"/>
          <ac:spMkLst>
            <pc:docMk/>
            <pc:sldMk cId="1465805684" sldId="2147308215"/>
            <ac:spMk id="2" creationId="{3B825A25-8275-31FF-95D2-2C2B1472FF4F}"/>
          </ac:spMkLst>
        </pc:spChg>
        <pc:spChg chg="add mod">
          <ac:chgData name="Lueck, Gregory M" userId="f2bcafe8-1cd9-4e6b-93d2-d2140a1ee747" providerId="ADAL" clId="{A1325083-3841-45F5-B2FD-677830A79A60}" dt="2026-06-09T20:06:47.837" v="7075" actId="1035"/>
          <ac:spMkLst>
            <pc:docMk/>
            <pc:sldMk cId="1465805684" sldId="2147308215"/>
            <ac:spMk id="3" creationId="{953A05FC-EDD3-A2C5-472C-E9B89701287E}"/>
          </ac:spMkLst>
        </pc:spChg>
        <pc:spChg chg="mod">
          <ac:chgData name="Lueck, Gregory M" userId="f2bcafe8-1cd9-4e6b-93d2-d2140a1ee747" providerId="ADAL" clId="{A1325083-3841-45F5-B2FD-677830A79A60}" dt="2026-06-09T20:06:47.837" v="7075" actId="1035"/>
          <ac:spMkLst>
            <pc:docMk/>
            <pc:sldMk cId="1465805684" sldId="2147308215"/>
            <ac:spMk id="4" creationId="{061AF74C-1457-8E91-DBEE-E961326C72F0}"/>
          </ac:spMkLst>
        </pc:spChg>
        <pc:spChg chg="del">
          <ac:chgData name="Lueck, Gregory M" userId="f2bcafe8-1cd9-4e6b-93d2-d2140a1ee747" providerId="ADAL" clId="{A1325083-3841-45F5-B2FD-677830A79A60}" dt="2026-06-09T19:22:09.657" v="6185" actId="478"/>
          <ac:spMkLst>
            <pc:docMk/>
            <pc:sldMk cId="1465805684" sldId="2147308215"/>
            <ac:spMk id="6" creationId="{A321CD82-23D8-8D38-EC32-C1F953556C00}"/>
          </ac:spMkLst>
        </pc:spChg>
        <pc:spChg chg="add mod">
          <ac:chgData name="Lueck, Gregory M" userId="f2bcafe8-1cd9-4e6b-93d2-d2140a1ee747" providerId="ADAL" clId="{A1325083-3841-45F5-B2FD-677830A79A60}" dt="2026-06-09T20:14:16.193" v="7284" actId="113"/>
          <ac:spMkLst>
            <pc:docMk/>
            <pc:sldMk cId="1465805684" sldId="2147308215"/>
            <ac:spMk id="7" creationId="{AB3B397D-77F7-B714-4806-BE73FC13C0E1}"/>
          </ac:spMkLst>
        </pc:spChg>
        <pc:spChg chg="add del mod">
          <ac:chgData name="Lueck, Gregory M" userId="f2bcafe8-1cd9-4e6b-93d2-d2140a1ee747" providerId="ADAL" clId="{A1325083-3841-45F5-B2FD-677830A79A60}" dt="2026-06-09T20:06:01.026" v="7018" actId="478"/>
          <ac:spMkLst>
            <pc:docMk/>
            <pc:sldMk cId="1465805684" sldId="2147308215"/>
            <ac:spMk id="8" creationId="{B3B825A9-07DF-2AAA-7198-4E26A954307C}"/>
          </ac:spMkLst>
        </pc:spChg>
        <pc:spChg chg="add mod">
          <ac:chgData name="Lueck, Gregory M" userId="f2bcafe8-1cd9-4e6b-93d2-d2140a1ee747" providerId="ADAL" clId="{A1325083-3841-45F5-B2FD-677830A79A60}" dt="2026-06-09T19:30:09.571" v="6693" actId="1036"/>
          <ac:spMkLst>
            <pc:docMk/>
            <pc:sldMk cId="1465805684" sldId="2147308215"/>
            <ac:spMk id="10" creationId="{10EB5A4D-4E74-764B-F336-97B8B45ED29F}"/>
          </ac:spMkLst>
        </pc:spChg>
        <pc:spChg chg="add mod">
          <ac:chgData name="Lueck, Gregory M" userId="f2bcafe8-1cd9-4e6b-93d2-d2140a1ee747" providerId="ADAL" clId="{A1325083-3841-45F5-B2FD-677830A79A60}" dt="2026-06-09T19:30:09.571" v="6693" actId="1036"/>
          <ac:spMkLst>
            <pc:docMk/>
            <pc:sldMk cId="1465805684" sldId="2147308215"/>
            <ac:spMk id="13" creationId="{EB0F2C3D-10A4-7A93-E576-6F10C60A5376}"/>
          </ac:spMkLst>
        </pc:spChg>
        <pc:spChg chg="add mod">
          <ac:chgData name="Lueck, Gregory M" userId="f2bcafe8-1cd9-4e6b-93d2-d2140a1ee747" providerId="ADAL" clId="{A1325083-3841-45F5-B2FD-677830A79A60}" dt="2026-06-09T20:07:44.241" v="7200" actId="1076"/>
          <ac:spMkLst>
            <pc:docMk/>
            <pc:sldMk cId="1465805684" sldId="2147308215"/>
            <ac:spMk id="16" creationId="{6F106FE6-2116-5A24-4E02-B2CDF4E1702F}"/>
          </ac:spMkLst>
        </pc:spChg>
        <pc:cxnChg chg="add mod">
          <ac:chgData name="Lueck, Gregory M" userId="f2bcafe8-1cd9-4e6b-93d2-d2140a1ee747" providerId="ADAL" clId="{A1325083-3841-45F5-B2FD-677830A79A60}" dt="2026-06-09T20:08:11.230" v="7207" actId="1037"/>
          <ac:cxnSpMkLst>
            <pc:docMk/>
            <pc:sldMk cId="1465805684" sldId="2147308215"/>
            <ac:cxnSpMk id="5" creationId="{3EDB234E-1516-5D24-39D1-9C26498DA364}"/>
          </ac:cxnSpMkLst>
        </pc:cxnChg>
        <pc:cxnChg chg="add mod">
          <ac:chgData name="Lueck, Gregory M" userId="f2bcafe8-1cd9-4e6b-93d2-d2140a1ee747" providerId="ADAL" clId="{A1325083-3841-45F5-B2FD-677830A79A60}" dt="2026-06-09T19:30:09.571" v="6693" actId="1036"/>
          <ac:cxnSpMkLst>
            <pc:docMk/>
            <pc:sldMk cId="1465805684" sldId="2147308215"/>
            <ac:cxnSpMk id="11" creationId="{EF10CBCC-476C-DF11-3CF6-7C5A90EEBC76}"/>
          </ac:cxnSpMkLst>
        </pc:cxnChg>
        <pc:cxnChg chg="add mod">
          <ac:chgData name="Lueck, Gregory M" userId="f2bcafe8-1cd9-4e6b-93d2-d2140a1ee747" providerId="ADAL" clId="{A1325083-3841-45F5-B2FD-677830A79A60}" dt="2026-06-09T19:30:09.571" v="6693" actId="1036"/>
          <ac:cxnSpMkLst>
            <pc:docMk/>
            <pc:sldMk cId="1465805684" sldId="2147308215"/>
            <ac:cxnSpMk id="14" creationId="{0350B311-2F19-D4A9-5A07-5CFC79F0D652}"/>
          </ac:cxnSpMkLst>
        </pc:cxnChg>
      </pc:sldChg>
      <pc:sldChg chg="modSp add mod">
        <pc:chgData name="Lueck, Gregory M" userId="f2bcafe8-1cd9-4e6b-93d2-d2140a1ee747" providerId="ADAL" clId="{A1325083-3841-45F5-B2FD-677830A79A60}" dt="2026-06-09T19:54:30.853" v="6823" actId="6549"/>
        <pc:sldMkLst>
          <pc:docMk/>
          <pc:sldMk cId="3890253582" sldId="2147308216"/>
        </pc:sldMkLst>
        <pc:spChg chg="mod">
          <ac:chgData name="Lueck, Gregory M" userId="f2bcafe8-1cd9-4e6b-93d2-d2140a1ee747" providerId="ADAL" clId="{A1325083-3841-45F5-B2FD-677830A79A60}" dt="2026-06-09T19:54:30.853" v="6823" actId="6549"/>
          <ac:spMkLst>
            <pc:docMk/>
            <pc:sldMk cId="3890253582" sldId="2147308216"/>
            <ac:spMk id="2" creationId="{A5AF324E-00C3-B51A-F3E8-706B824F4880}"/>
          </ac:spMkLst>
        </pc:spChg>
        <pc:spChg chg="mod">
          <ac:chgData name="Lueck, Gregory M" userId="f2bcafe8-1cd9-4e6b-93d2-d2140a1ee747" providerId="ADAL" clId="{A1325083-3841-45F5-B2FD-677830A79A60}" dt="2026-06-09T19:18:33.737" v="6158" actId="27636"/>
          <ac:spMkLst>
            <pc:docMk/>
            <pc:sldMk cId="3890253582" sldId="2147308216"/>
            <ac:spMk id="3" creationId="{2E08C4C3-6502-447A-81BC-A8F0A59EE7D8}"/>
          </ac:spMkLst>
        </pc:spChg>
      </pc:sldChg>
      <pc:sldChg chg="add del">
        <pc:chgData name="Lueck, Gregory M" userId="f2bcafe8-1cd9-4e6b-93d2-d2140a1ee747" providerId="ADAL" clId="{A1325083-3841-45F5-B2FD-677830A79A60}" dt="2026-06-10T13:15:55.725" v="10438" actId="47"/>
        <pc:sldMkLst>
          <pc:docMk/>
          <pc:sldMk cId="217922621" sldId="2147308217"/>
        </pc:sldMkLst>
      </pc:sldChg>
      <pc:sldChg chg="addSp delSp modSp add mod">
        <pc:chgData name="Lueck, Gregory M" userId="f2bcafe8-1cd9-4e6b-93d2-d2140a1ee747" providerId="ADAL" clId="{A1325083-3841-45F5-B2FD-677830A79A60}" dt="2026-06-10T13:34:42.600" v="10576" actId="20577"/>
        <pc:sldMkLst>
          <pc:docMk/>
          <pc:sldMk cId="899524576" sldId="2147308218"/>
        </pc:sldMkLst>
        <pc:spChg chg="mod">
          <ac:chgData name="Lueck, Gregory M" userId="f2bcafe8-1cd9-4e6b-93d2-d2140a1ee747" providerId="ADAL" clId="{A1325083-3841-45F5-B2FD-677830A79A60}" dt="2026-06-10T13:33:39.938" v="10570" actId="20577"/>
          <ac:spMkLst>
            <pc:docMk/>
            <pc:sldMk cId="899524576" sldId="2147308218"/>
            <ac:spMk id="2" creationId="{7D68EA36-7A7D-F915-B0EA-D4EC7DF4886F}"/>
          </ac:spMkLst>
        </pc:spChg>
        <pc:spChg chg="del">
          <ac:chgData name="Lueck, Gregory M" userId="f2bcafe8-1cd9-4e6b-93d2-d2140a1ee747" providerId="ADAL" clId="{A1325083-3841-45F5-B2FD-677830A79A60}" dt="2026-06-10T12:08:13.924" v="7951" actId="478"/>
          <ac:spMkLst>
            <pc:docMk/>
            <pc:sldMk cId="899524576" sldId="2147308218"/>
            <ac:spMk id="3" creationId="{AF05E680-DE2C-0555-B262-5AC27D64F1D5}"/>
          </ac:spMkLst>
        </pc:spChg>
        <pc:spChg chg="mod">
          <ac:chgData name="Lueck, Gregory M" userId="f2bcafe8-1cd9-4e6b-93d2-d2140a1ee747" providerId="ADAL" clId="{A1325083-3841-45F5-B2FD-677830A79A60}" dt="2026-06-10T13:33:56.370" v="10571" actId="113"/>
          <ac:spMkLst>
            <pc:docMk/>
            <pc:sldMk cId="899524576" sldId="2147308218"/>
            <ac:spMk id="4" creationId="{9D844EFF-60A6-55CB-AF08-11979397BE7C}"/>
          </ac:spMkLst>
        </pc:spChg>
        <pc:spChg chg="add del mod">
          <ac:chgData name="Lueck, Gregory M" userId="f2bcafe8-1cd9-4e6b-93d2-d2140a1ee747" providerId="ADAL" clId="{A1325083-3841-45F5-B2FD-677830A79A60}" dt="2026-06-10T12:14:44.023" v="8157" actId="478"/>
          <ac:spMkLst>
            <pc:docMk/>
            <pc:sldMk cId="899524576" sldId="2147308218"/>
            <ac:spMk id="6" creationId="{C7203197-B59D-F023-E82F-0437566F538A}"/>
          </ac:spMkLst>
        </pc:spChg>
        <pc:spChg chg="del">
          <ac:chgData name="Lueck, Gregory M" userId="f2bcafe8-1cd9-4e6b-93d2-d2140a1ee747" providerId="ADAL" clId="{A1325083-3841-45F5-B2FD-677830A79A60}" dt="2026-06-10T12:14:44.023" v="8157" actId="478"/>
          <ac:spMkLst>
            <pc:docMk/>
            <pc:sldMk cId="899524576" sldId="2147308218"/>
            <ac:spMk id="7" creationId="{34CFDA46-8832-B7A4-3655-E2A086CE7F46}"/>
          </ac:spMkLst>
        </pc:spChg>
        <pc:spChg chg="del">
          <ac:chgData name="Lueck, Gregory M" userId="f2bcafe8-1cd9-4e6b-93d2-d2140a1ee747" providerId="ADAL" clId="{A1325083-3841-45F5-B2FD-677830A79A60}" dt="2026-06-10T12:08:13.924" v="7951" actId="478"/>
          <ac:spMkLst>
            <pc:docMk/>
            <pc:sldMk cId="899524576" sldId="2147308218"/>
            <ac:spMk id="8" creationId="{116B8254-8409-AD17-A4BF-EF840522FDDE}"/>
          </ac:spMkLst>
        </pc:spChg>
        <pc:spChg chg="add mod">
          <ac:chgData name="Lueck, Gregory M" userId="f2bcafe8-1cd9-4e6b-93d2-d2140a1ee747" providerId="ADAL" clId="{A1325083-3841-45F5-B2FD-677830A79A60}" dt="2026-06-10T12:28:39.191" v="8664" actId="1036"/>
          <ac:spMkLst>
            <pc:docMk/>
            <pc:sldMk cId="899524576" sldId="2147308218"/>
            <ac:spMk id="9" creationId="{CB37B96C-3405-EBF0-1EC8-5A18C7D00BA4}"/>
          </ac:spMkLst>
        </pc:spChg>
        <pc:spChg chg="del">
          <ac:chgData name="Lueck, Gregory M" userId="f2bcafe8-1cd9-4e6b-93d2-d2140a1ee747" providerId="ADAL" clId="{A1325083-3841-45F5-B2FD-677830A79A60}" dt="2026-06-10T12:14:47.647" v="8158" actId="478"/>
          <ac:spMkLst>
            <pc:docMk/>
            <pc:sldMk cId="899524576" sldId="2147308218"/>
            <ac:spMk id="10" creationId="{C709936C-68B5-DDC0-35EB-6648558425DD}"/>
          </ac:spMkLst>
        </pc:spChg>
        <pc:spChg chg="add mod">
          <ac:chgData name="Lueck, Gregory M" userId="f2bcafe8-1cd9-4e6b-93d2-d2140a1ee747" providerId="ADAL" clId="{A1325083-3841-45F5-B2FD-677830A79A60}" dt="2026-06-10T13:16:43.631" v="10440" actId="14100"/>
          <ac:spMkLst>
            <pc:docMk/>
            <pc:sldMk cId="899524576" sldId="2147308218"/>
            <ac:spMk id="12" creationId="{11FECBB7-857C-D504-4141-A6EEFD98BAB9}"/>
          </ac:spMkLst>
        </pc:spChg>
        <pc:spChg chg="del">
          <ac:chgData name="Lueck, Gregory M" userId="f2bcafe8-1cd9-4e6b-93d2-d2140a1ee747" providerId="ADAL" clId="{A1325083-3841-45F5-B2FD-677830A79A60}" dt="2026-06-10T12:14:47.647" v="8158" actId="478"/>
          <ac:spMkLst>
            <pc:docMk/>
            <pc:sldMk cId="899524576" sldId="2147308218"/>
            <ac:spMk id="13" creationId="{1BF2778F-E9B0-F824-9CE0-92CFEFB8F991}"/>
          </ac:spMkLst>
        </pc:spChg>
        <pc:spChg chg="add mod">
          <ac:chgData name="Lueck, Gregory M" userId="f2bcafe8-1cd9-4e6b-93d2-d2140a1ee747" providerId="ADAL" clId="{A1325083-3841-45F5-B2FD-677830A79A60}" dt="2026-06-10T13:34:07.149" v="10572" actId="20577"/>
          <ac:spMkLst>
            <pc:docMk/>
            <pc:sldMk cId="899524576" sldId="2147308218"/>
            <ac:spMk id="18" creationId="{548EBDEF-4E1E-CF44-F96E-DB5A8B98B375}"/>
          </ac:spMkLst>
        </pc:spChg>
        <pc:spChg chg="add mod">
          <ac:chgData name="Lueck, Gregory M" userId="f2bcafe8-1cd9-4e6b-93d2-d2140a1ee747" providerId="ADAL" clId="{A1325083-3841-45F5-B2FD-677830A79A60}" dt="2026-06-10T12:28:39.191" v="8664" actId="1036"/>
          <ac:spMkLst>
            <pc:docMk/>
            <pc:sldMk cId="899524576" sldId="2147308218"/>
            <ac:spMk id="21" creationId="{526DB7F0-5271-AB62-6E6B-E422810DC6DE}"/>
          </ac:spMkLst>
        </pc:spChg>
        <pc:spChg chg="add mod">
          <ac:chgData name="Lueck, Gregory M" userId="f2bcafe8-1cd9-4e6b-93d2-d2140a1ee747" providerId="ADAL" clId="{A1325083-3841-45F5-B2FD-677830A79A60}" dt="2026-06-10T12:28:39.191" v="8664" actId="1036"/>
          <ac:spMkLst>
            <pc:docMk/>
            <pc:sldMk cId="899524576" sldId="2147308218"/>
            <ac:spMk id="24" creationId="{AA028CEA-A95E-ACD1-48D4-528EE1058D00}"/>
          </ac:spMkLst>
        </pc:spChg>
        <pc:spChg chg="add mod">
          <ac:chgData name="Lueck, Gregory M" userId="f2bcafe8-1cd9-4e6b-93d2-d2140a1ee747" providerId="ADAL" clId="{A1325083-3841-45F5-B2FD-677830A79A60}" dt="2026-06-10T13:34:33.482" v="10574" actId="20577"/>
          <ac:spMkLst>
            <pc:docMk/>
            <pc:sldMk cId="899524576" sldId="2147308218"/>
            <ac:spMk id="25" creationId="{F2C4E225-9393-23F2-4A31-3CE0BB00C068}"/>
          </ac:spMkLst>
        </pc:spChg>
        <pc:spChg chg="add mod">
          <ac:chgData name="Lueck, Gregory M" userId="f2bcafe8-1cd9-4e6b-93d2-d2140a1ee747" providerId="ADAL" clId="{A1325083-3841-45F5-B2FD-677830A79A60}" dt="2026-06-10T13:34:42.600" v="10576" actId="20577"/>
          <ac:spMkLst>
            <pc:docMk/>
            <pc:sldMk cId="899524576" sldId="2147308218"/>
            <ac:spMk id="26" creationId="{A95B5A7D-10D7-FD6A-19BA-4B14FAA1C83E}"/>
          </ac:spMkLst>
        </pc:spChg>
        <pc:spChg chg="add mod">
          <ac:chgData name="Lueck, Gregory M" userId="f2bcafe8-1cd9-4e6b-93d2-d2140a1ee747" providerId="ADAL" clId="{A1325083-3841-45F5-B2FD-677830A79A60}" dt="2026-06-10T12:28:39.191" v="8664" actId="1036"/>
          <ac:spMkLst>
            <pc:docMk/>
            <pc:sldMk cId="899524576" sldId="2147308218"/>
            <ac:spMk id="27" creationId="{0C99DF9A-8311-54D6-DA17-4A57CC4CC122}"/>
          </ac:spMkLst>
        </pc:spChg>
        <pc:cxnChg chg="del">
          <ac:chgData name="Lueck, Gregory M" userId="f2bcafe8-1cd9-4e6b-93d2-d2140a1ee747" providerId="ADAL" clId="{A1325083-3841-45F5-B2FD-677830A79A60}" dt="2026-06-10T12:08:13.924" v="7951" actId="478"/>
          <ac:cxnSpMkLst>
            <pc:docMk/>
            <pc:sldMk cId="899524576" sldId="2147308218"/>
            <ac:cxnSpMk id="5" creationId="{0A6854A8-4BF0-7C3B-88CE-4855C2368162}"/>
          </ac:cxnSpMkLst>
        </pc:cxnChg>
        <pc:cxnChg chg="del">
          <ac:chgData name="Lueck, Gregory M" userId="f2bcafe8-1cd9-4e6b-93d2-d2140a1ee747" providerId="ADAL" clId="{A1325083-3841-45F5-B2FD-677830A79A60}" dt="2026-06-10T12:14:47.647" v="8158" actId="478"/>
          <ac:cxnSpMkLst>
            <pc:docMk/>
            <pc:sldMk cId="899524576" sldId="2147308218"/>
            <ac:cxnSpMk id="11" creationId="{E83D5D17-8738-9403-EE61-E90A27730720}"/>
          </ac:cxnSpMkLst>
        </pc:cxnChg>
        <pc:cxnChg chg="del mod">
          <ac:chgData name="Lueck, Gregory M" userId="f2bcafe8-1cd9-4e6b-93d2-d2140a1ee747" providerId="ADAL" clId="{A1325083-3841-45F5-B2FD-677830A79A60}" dt="2026-06-10T12:14:47.647" v="8158" actId="478"/>
          <ac:cxnSpMkLst>
            <pc:docMk/>
            <pc:sldMk cId="899524576" sldId="2147308218"/>
            <ac:cxnSpMk id="14" creationId="{DC10B19E-6BC4-B4F5-A14A-CB31618EB213}"/>
          </ac:cxnSpMkLst>
        </pc:cxnChg>
        <pc:cxnChg chg="add mod">
          <ac:chgData name="Lueck, Gregory M" userId="f2bcafe8-1cd9-4e6b-93d2-d2140a1ee747" providerId="ADAL" clId="{A1325083-3841-45F5-B2FD-677830A79A60}" dt="2026-06-10T12:28:39.191" v="8664" actId="1036"/>
          <ac:cxnSpMkLst>
            <pc:docMk/>
            <pc:sldMk cId="899524576" sldId="2147308218"/>
            <ac:cxnSpMk id="15" creationId="{02869EA8-D943-4F71-59A3-3A49A0FCA9D7}"/>
          </ac:cxnSpMkLst>
        </pc:cxnChg>
        <pc:cxnChg chg="add mod">
          <ac:chgData name="Lueck, Gregory M" userId="f2bcafe8-1cd9-4e6b-93d2-d2140a1ee747" providerId="ADAL" clId="{A1325083-3841-45F5-B2FD-677830A79A60}" dt="2026-06-10T12:11:01.866" v="8062"/>
          <ac:cxnSpMkLst>
            <pc:docMk/>
            <pc:sldMk cId="899524576" sldId="2147308218"/>
            <ac:cxnSpMk id="17" creationId="{F7D09BDD-7A68-D7BA-F90B-D3B93D10A62A}"/>
          </ac:cxnSpMkLst>
        </pc:cxnChg>
        <pc:cxnChg chg="add mod">
          <ac:chgData name="Lueck, Gregory M" userId="f2bcafe8-1cd9-4e6b-93d2-d2140a1ee747" providerId="ADAL" clId="{A1325083-3841-45F5-B2FD-677830A79A60}" dt="2026-06-10T12:13:40.510" v="8156" actId="14100"/>
          <ac:cxnSpMkLst>
            <pc:docMk/>
            <pc:sldMk cId="899524576" sldId="2147308218"/>
            <ac:cxnSpMk id="20" creationId="{6052D103-5109-4A4E-DE5E-3A985075DF20}"/>
          </ac:cxnSpMkLst>
        </pc:cxnChg>
        <pc:cxnChg chg="add mod">
          <ac:chgData name="Lueck, Gregory M" userId="f2bcafe8-1cd9-4e6b-93d2-d2140a1ee747" providerId="ADAL" clId="{A1325083-3841-45F5-B2FD-677830A79A60}" dt="2026-06-10T12:23:38.009" v="8507" actId="14100"/>
          <ac:cxnSpMkLst>
            <pc:docMk/>
            <pc:sldMk cId="899524576" sldId="2147308218"/>
            <ac:cxnSpMk id="28" creationId="{E528C85F-B57D-F2AA-38A8-CA5A5ED10929}"/>
          </ac:cxnSpMkLst>
        </pc:cxnChg>
        <pc:cxnChg chg="add mod">
          <ac:chgData name="Lueck, Gregory M" userId="f2bcafe8-1cd9-4e6b-93d2-d2140a1ee747" providerId="ADAL" clId="{A1325083-3841-45F5-B2FD-677830A79A60}" dt="2026-06-10T12:23:57.721" v="8511" actId="1076"/>
          <ac:cxnSpMkLst>
            <pc:docMk/>
            <pc:sldMk cId="899524576" sldId="2147308218"/>
            <ac:cxnSpMk id="30" creationId="{296CD421-13E8-1096-8765-56EB2228BE71}"/>
          </ac:cxnSpMkLst>
        </pc:cxnChg>
      </pc:sldChg>
      <pc:sldChg chg="addSp modSp add mod">
        <pc:chgData name="Lueck, Gregory M" userId="f2bcafe8-1cd9-4e6b-93d2-d2140a1ee747" providerId="ADAL" clId="{A1325083-3841-45F5-B2FD-677830A79A60}" dt="2026-06-09T20:39:37.894" v="7792" actId="14100"/>
        <pc:sldMkLst>
          <pc:docMk/>
          <pc:sldMk cId="3938417211" sldId="2147308219"/>
        </pc:sldMkLst>
        <pc:spChg chg="mod">
          <ac:chgData name="Lueck, Gregory M" userId="f2bcafe8-1cd9-4e6b-93d2-d2140a1ee747" providerId="ADAL" clId="{A1325083-3841-45F5-B2FD-677830A79A60}" dt="2026-06-09T20:17:44.332" v="7333" actId="20577"/>
          <ac:spMkLst>
            <pc:docMk/>
            <pc:sldMk cId="3938417211" sldId="2147308219"/>
            <ac:spMk id="2" creationId="{A5785733-34FD-9D02-4EBD-E15AD99005F9}"/>
          </ac:spMkLst>
        </pc:spChg>
        <pc:spChg chg="mod">
          <ac:chgData name="Lueck, Gregory M" userId="f2bcafe8-1cd9-4e6b-93d2-d2140a1ee747" providerId="ADAL" clId="{A1325083-3841-45F5-B2FD-677830A79A60}" dt="2026-06-09T20:38:07.978" v="7716" actId="20577"/>
          <ac:spMkLst>
            <pc:docMk/>
            <pc:sldMk cId="3938417211" sldId="2147308219"/>
            <ac:spMk id="3" creationId="{4958733D-2982-B4C4-C7F0-C3F4868364D7}"/>
          </ac:spMkLst>
        </pc:spChg>
        <pc:spChg chg="add mod">
          <ac:chgData name="Lueck, Gregory M" userId="f2bcafe8-1cd9-4e6b-93d2-d2140a1ee747" providerId="ADAL" clId="{A1325083-3841-45F5-B2FD-677830A79A60}" dt="2026-06-09T20:39:37.894" v="7792" actId="14100"/>
          <ac:spMkLst>
            <pc:docMk/>
            <pc:sldMk cId="3938417211" sldId="2147308219"/>
            <ac:spMk id="4" creationId="{6F045946-109E-3D18-80D6-308573E46BAF}"/>
          </ac:spMkLst>
        </pc:spChg>
        <pc:spChg chg="add mod">
          <ac:chgData name="Lueck, Gregory M" userId="f2bcafe8-1cd9-4e6b-93d2-d2140a1ee747" providerId="ADAL" clId="{A1325083-3841-45F5-B2FD-677830A79A60}" dt="2026-06-09T20:37:51.217" v="7696" actId="1038"/>
          <ac:spMkLst>
            <pc:docMk/>
            <pc:sldMk cId="3938417211" sldId="2147308219"/>
            <ac:spMk id="5" creationId="{F9563E44-B9BD-4EFE-57B4-5E761D721A45}"/>
          </ac:spMkLst>
        </pc:spChg>
      </pc:sldChg>
      <pc:sldChg chg="addSp delSp modSp add mod">
        <pc:chgData name="Lueck, Gregory M" userId="f2bcafe8-1cd9-4e6b-93d2-d2140a1ee747" providerId="ADAL" clId="{A1325083-3841-45F5-B2FD-677830A79A60}" dt="2026-06-10T12:52:32.885" v="9448" actId="6549"/>
        <pc:sldMkLst>
          <pc:docMk/>
          <pc:sldMk cId="300026899" sldId="2147308220"/>
        </pc:sldMkLst>
        <pc:spChg chg="mod">
          <ac:chgData name="Lueck, Gregory M" userId="f2bcafe8-1cd9-4e6b-93d2-d2140a1ee747" providerId="ADAL" clId="{A1325083-3841-45F5-B2FD-677830A79A60}" dt="2026-06-10T12:37:46.019" v="8685" actId="20577"/>
          <ac:spMkLst>
            <pc:docMk/>
            <pc:sldMk cId="300026899" sldId="2147308220"/>
            <ac:spMk id="2" creationId="{FAA8DE57-1B54-472D-F745-6675088B2FFC}"/>
          </ac:spMkLst>
        </pc:spChg>
        <pc:spChg chg="add mod">
          <ac:chgData name="Lueck, Gregory M" userId="f2bcafe8-1cd9-4e6b-93d2-d2140a1ee747" providerId="ADAL" clId="{A1325083-3841-45F5-B2FD-677830A79A60}" dt="2026-06-10T12:47:08.484" v="9166" actId="1036"/>
          <ac:spMkLst>
            <pc:docMk/>
            <pc:sldMk cId="300026899" sldId="2147308220"/>
            <ac:spMk id="3" creationId="{9D2BEDB9-8567-1393-004D-9D8F8B3C170B}"/>
          </ac:spMkLst>
        </pc:spChg>
        <pc:spChg chg="mod">
          <ac:chgData name="Lueck, Gregory M" userId="f2bcafe8-1cd9-4e6b-93d2-d2140a1ee747" providerId="ADAL" clId="{A1325083-3841-45F5-B2FD-677830A79A60}" dt="2026-06-10T12:39:47" v="8759" actId="14100"/>
          <ac:spMkLst>
            <pc:docMk/>
            <pc:sldMk cId="300026899" sldId="2147308220"/>
            <ac:spMk id="4" creationId="{FA328E8E-5CC1-693F-ADAD-F7604917857C}"/>
          </ac:spMkLst>
        </pc:spChg>
        <pc:spChg chg="add mod">
          <ac:chgData name="Lueck, Gregory M" userId="f2bcafe8-1cd9-4e6b-93d2-d2140a1ee747" providerId="ADAL" clId="{A1325083-3841-45F5-B2FD-677830A79A60}" dt="2026-06-10T12:46:44.103" v="9127" actId="1036"/>
          <ac:spMkLst>
            <pc:docMk/>
            <pc:sldMk cId="300026899" sldId="2147308220"/>
            <ac:spMk id="5" creationId="{3FBE9B30-6758-34ED-AB8C-608C070FA9CC}"/>
          </ac:spMkLst>
        </pc:spChg>
        <pc:spChg chg="add mod">
          <ac:chgData name="Lueck, Gregory M" userId="f2bcafe8-1cd9-4e6b-93d2-d2140a1ee747" providerId="ADAL" clId="{A1325083-3841-45F5-B2FD-677830A79A60}" dt="2026-06-10T12:49:55.415" v="9445" actId="14100"/>
          <ac:spMkLst>
            <pc:docMk/>
            <pc:sldMk cId="300026899" sldId="2147308220"/>
            <ac:spMk id="6" creationId="{2CE19564-F686-6F3D-DD57-ED3E21BE54CD}"/>
          </ac:spMkLst>
        </pc:spChg>
        <pc:spChg chg="add mod">
          <ac:chgData name="Lueck, Gregory M" userId="f2bcafe8-1cd9-4e6b-93d2-d2140a1ee747" providerId="ADAL" clId="{A1325083-3841-45F5-B2FD-677830A79A60}" dt="2026-06-10T12:44:58.745" v="8989" actId="1035"/>
          <ac:spMkLst>
            <pc:docMk/>
            <pc:sldMk cId="300026899" sldId="2147308220"/>
            <ac:spMk id="7" creationId="{57341635-2E2F-4B66-2AF0-F675714A44F4}"/>
          </ac:spMkLst>
        </pc:spChg>
        <pc:spChg chg="del">
          <ac:chgData name="Lueck, Gregory M" userId="f2bcafe8-1cd9-4e6b-93d2-d2140a1ee747" providerId="ADAL" clId="{A1325083-3841-45F5-B2FD-677830A79A60}" dt="2026-06-10T12:37:54.117" v="8686" actId="478"/>
          <ac:spMkLst>
            <pc:docMk/>
            <pc:sldMk cId="300026899" sldId="2147308220"/>
            <ac:spMk id="9" creationId="{E7FBE19C-DF27-7B62-8195-7171AB8AAEAF}"/>
          </ac:spMkLst>
        </pc:spChg>
        <pc:spChg chg="del">
          <ac:chgData name="Lueck, Gregory M" userId="f2bcafe8-1cd9-4e6b-93d2-d2140a1ee747" providerId="ADAL" clId="{A1325083-3841-45F5-B2FD-677830A79A60}" dt="2026-06-10T12:37:54.117" v="8686" actId="478"/>
          <ac:spMkLst>
            <pc:docMk/>
            <pc:sldMk cId="300026899" sldId="2147308220"/>
            <ac:spMk id="12" creationId="{2340E85B-BC27-F4DE-D3BD-5DAB771F6877}"/>
          </ac:spMkLst>
        </pc:spChg>
        <pc:spChg chg="add mod">
          <ac:chgData name="Lueck, Gregory M" userId="f2bcafe8-1cd9-4e6b-93d2-d2140a1ee747" providerId="ADAL" clId="{A1325083-3841-45F5-B2FD-677830A79A60}" dt="2026-06-10T12:47:21.587" v="9248" actId="1035"/>
          <ac:spMkLst>
            <pc:docMk/>
            <pc:sldMk cId="300026899" sldId="2147308220"/>
            <ac:spMk id="14" creationId="{FB660B2B-3C0D-6762-1293-62C65E08E855}"/>
          </ac:spMkLst>
        </pc:spChg>
        <pc:spChg chg="del">
          <ac:chgData name="Lueck, Gregory M" userId="f2bcafe8-1cd9-4e6b-93d2-d2140a1ee747" providerId="ADAL" clId="{A1325083-3841-45F5-B2FD-677830A79A60}" dt="2026-06-10T12:37:54.117" v="8686" actId="478"/>
          <ac:spMkLst>
            <pc:docMk/>
            <pc:sldMk cId="300026899" sldId="2147308220"/>
            <ac:spMk id="18" creationId="{6DBAC1BC-5410-DCA0-92F6-BB03F7572CA8}"/>
          </ac:spMkLst>
        </pc:spChg>
        <pc:spChg chg="del">
          <ac:chgData name="Lueck, Gregory M" userId="f2bcafe8-1cd9-4e6b-93d2-d2140a1ee747" providerId="ADAL" clId="{A1325083-3841-45F5-B2FD-677830A79A60}" dt="2026-06-10T12:37:54.117" v="8686" actId="478"/>
          <ac:spMkLst>
            <pc:docMk/>
            <pc:sldMk cId="300026899" sldId="2147308220"/>
            <ac:spMk id="21" creationId="{00FE5126-F9BE-983F-E873-F9F0D165E31E}"/>
          </ac:spMkLst>
        </pc:spChg>
        <pc:spChg chg="add mod">
          <ac:chgData name="Lueck, Gregory M" userId="f2bcafe8-1cd9-4e6b-93d2-d2140a1ee747" providerId="ADAL" clId="{A1325083-3841-45F5-B2FD-677830A79A60}" dt="2026-06-10T12:52:32.885" v="9448" actId="6549"/>
          <ac:spMkLst>
            <pc:docMk/>
            <pc:sldMk cId="300026899" sldId="2147308220"/>
            <ac:spMk id="22" creationId="{71CBC982-8D40-83BF-69A2-D9AAE09CCAF3}"/>
          </ac:spMkLst>
        </pc:spChg>
        <pc:spChg chg="del">
          <ac:chgData name="Lueck, Gregory M" userId="f2bcafe8-1cd9-4e6b-93d2-d2140a1ee747" providerId="ADAL" clId="{A1325083-3841-45F5-B2FD-677830A79A60}" dt="2026-06-10T12:37:54.117" v="8686" actId="478"/>
          <ac:spMkLst>
            <pc:docMk/>
            <pc:sldMk cId="300026899" sldId="2147308220"/>
            <ac:spMk id="24" creationId="{C611752C-B3EA-282D-6050-7321C4DBADDD}"/>
          </ac:spMkLst>
        </pc:spChg>
        <pc:spChg chg="del">
          <ac:chgData name="Lueck, Gregory M" userId="f2bcafe8-1cd9-4e6b-93d2-d2140a1ee747" providerId="ADAL" clId="{A1325083-3841-45F5-B2FD-677830A79A60}" dt="2026-06-10T12:37:54.117" v="8686" actId="478"/>
          <ac:spMkLst>
            <pc:docMk/>
            <pc:sldMk cId="300026899" sldId="2147308220"/>
            <ac:spMk id="25" creationId="{9A46F788-D459-5249-4E3B-630A4B475561}"/>
          </ac:spMkLst>
        </pc:spChg>
        <pc:spChg chg="del">
          <ac:chgData name="Lueck, Gregory M" userId="f2bcafe8-1cd9-4e6b-93d2-d2140a1ee747" providerId="ADAL" clId="{A1325083-3841-45F5-B2FD-677830A79A60}" dt="2026-06-10T12:37:54.117" v="8686" actId="478"/>
          <ac:spMkLst>
            <pc:docMk/>
            <pc:sldMk cId="300026899" sldId="2147308220"/>
            <ac:spMk id="26" creationId="{F4E1B2B0-991D-B662-95B4-3DF6D0C82151}"/>
          </ac:spMkLst>
        </pc:spChg>
        <pc:spChg chg="del">
          <ac:chgData name="Lueck, Gregory M" userId="f2bcafe8-1cd9-4e6b-93d2-d2140a1ee747" providerId="ADAL" clId="{A1325083-3841-45F5-B2FD-677830A79A60}" dt="2026-06-10T12:37:54.117" v="8686" actId="478"/>
          <ac:spMkLst>
            <pc:docMk/>
            <pc:sldMk cId="300026899" sldId="2147308220"/>
            <ac:spMk id="27" creationId="{EC784A99-488C-9FCA-DDDB-CD901E4EE38D}"/>
          </ac:spMkLst>
        </pc:spChg>
        <pc:cxnChg chg="add mod">
          <ac:chgData name="Lueck, Gregory M" userId="f2bcafe8-1cd9-4e6b-93d2-d2140a1ee747" providerId="ADAL" clId="{A1325083-3841-45F5-B2FD-677830A79A60}" dt="2026-06-10T12:45:17.653" v="8991" actId="14100"/>
          <ac:cxnSpMkLst>
            <pc:docMk/>
            <pc:sldMk cId="300026899" sldId="2147308220"/>
            <ac:cxnSpMk id="8" creationId="{AC61D068-2346-E14F-D6FF-56D8F1AEF919}"/>
          </ac:cxnSpMkLst>
        </pc:cxnChg>
        <pc:cxnChg chg="del">
          <ac:chgData name="Lueck, Gregory M" userId="f2bcafe8-1cd9-4e6b-93d2-d2140a1ee747" providerId="ADAL" clId="{A1325083-3841-45F5-B2FD-677830A79A60}" dt="2026-06-10T12:37:54.117" v="8686" actId="478"/>
          <ac:cxnSpMkLst>
            <pc:docMk/>
            <pc:sldMk cId="300026899" sldId="2147308220"/>
            <ac:cxnSpMk id="15" creationId="{E1CA5978-D398-C491-E350-64E32ED82FA5}"/>
          </ac:cxnSpMkLst>
        </pc:cxnChg>
        <pc:cxnChg chg="add mod">
          <ac:chgData name="Lueck, Gregory M" userId="f2bcafe8-1cd9-4e6b-93d2-d2140a1ee747" providerId="ADAL" clId="{A1325083-3841-45F5-B2FD-677830A79A60}" dt="2026-06-10T12:47:21.587" v="9248" actId="1035"/>
          <ac:cxnSpMkLst>
            <pc:docMk/>
            <pc:sldMk cId="300026899" sldId="2147308220"/>
            <ac:cxnSpMk id="16" creationId="{6207B0FD-B5EB-AFDF-1778-8AD778FD10ED}"/>
          </ac:cxnSpMkLst>
        </pc:cxnChg>
        <pc:cxnChg chg="del">
          <ac:chgData name="Lueck, Gregory M" userId="f2bcafe8-1cd9-4e6b-93d2-d2140a1ee747" providerId="ADAL" clId="{A1325083-3841-45F5-B2FD-677830A79A60}" dt="2026-06-10T12:37:54.117" v="8686" actId="478"/>
          <ac:cxnSpMkLst>
            <pc:docMk/>
            <pc:sldMk cId="300026899" sldId="2147308220"/>
            <ac:cxnSpMk id="20" creationId="{2647F794-3D58-E65D-7247-7C0705F0E500}"/>
          </ac:cxnSpMkLst>
        </pc:cxnChg>
        <pc:cxnChg chg="add mod">
          <ac:chgData name="Lueck, Gregory M" userId="f2bcafe8-1cd9-4e6b-93d2-d2140a1ee747" providerId="ADAL" clId="{A1325083-3841-45F5-B2FD-677830A79A60}" dt="2026-06-10T12:49:39.232" v="9434" actId="14100"/>
          <ac:cxnSpMkLst>
            <pc:docMk/>
            <pc:sldMk cId="300026899" sldId="2147308220"/>
            <ac:cxnSpMk id="23" creationId="{0B8FC9C1-9B79-A6CB-C604-2B6DF4DF09C3}"/>
          </ac:cxnSpMkLst>
        </pc:cxnChg>
      </pc:sldChg>
      <pc:sldChg chg="addSp delSp modSp add mod">
        <pc:chgData name="Lueck, Gregory M" userId="f2bcafe8-1cd9-4e6b-93d2-d2140a1ee747" providerId="ADAL" clId="{A1325083-3841-45F5-B2FD-677830A79A60}" dt="2026-06-10T13:37:06.200" v="10579" actId="20577"/>
        <pc:sldMkLst>
          <pc:docMk/>
          <pc:sldMk cId="1415469611" sldId="2147308221"/>
        </pc:sldMkLst>
        <pc:spChg chg="mod">
          <ac:chgData name="Lueck, Gregory M" userId="f2bcafe8-1cd9-4e6b-93d2-d2140a1ee747" providerId="ADAL" clId="{A1325083-3841-45F5-B2FD-677830A79A60}" dt="2026-06-10T13:07:08.795" v="10045" actId="20577"/>
          <ac:spMkLst>
            <pc:docMk/>
            <pc:sldMk cId="1415469611" sldId="2147308221"/>
            <ac:spMk id="2" creationId="{A5756153-160D-A324-EF63-B31A52DA698B}"/>
          </ac:spMkLst>
        </pc:spChg>
        <pc:spChg chg="del">
          <ac:chgData name="Lueck, Gregory M" userId="f2bcafe8-1cd9-4e6b-93d2-d2140a1ee747" providerId="ADAL" clId="{A1325083-3841-45F5-B2FD-677830A79A60}" dt="2026-06-10T12:57:59.498" v="9540" actId="478"/>
          <ac:spMkLst>
            <pc:docMk/>
            <pc:sldMk cId="1415469611" sldId="2147308221"/>
            <ac:spMk id="3" creationId="{901CBB1E-6B4C-BB4B-C83A-8825CA80EB42}"/>
          </ac:spMkLst>
        </pc:spChg>
        <pc:spChg chg="mod">
          <ac:chgData name="Lueck, Gregory M" userId="f2bcafe8-1cd9-4e6b-93d2-d2140a1ee747" providerId="ADAL" clId="{A1325083-3841-45F5-B2FD-677830A79A60}" dt="2026-06-10T13:07:50.158" v="10068" actId="20577"/>
          <ac:spMkLst>
            <pc:docMk/>
            <pc:sldMk cId="1415469611" sldId="2147308221"/>
            <ac:spMk id="4" creationId="{77F1CB4D-6222-A245-C32A-762C38354B14}"/>
          </ac:spMkLst>
        </pc:spChg>
        <pc:spChg chg="del">
          <ac:chgData name="Lueck, Gregory M" userId="f2bcafe8-1cd9-4e6b-93d2-d2140a1ee747" providerId="ADAL" clId="{A1325083-3841-45F5-B2FD-677830A79A60}" dt="2026-06-10T12:57:59.498" v="9540" actId="478"/>
          <ac:spMkLst>
            <pc:docMk/>
            <pc:sldMk cId="1415469611" sldId="2147308221"/>
            <ac:spMk id="5" creationId="{C9DF345A-CC69-6B95-3B02-60B56F7C42DC}"/>
          </ac:spMkLst>
        </pc:spChg>
        <pc:spChg chg="del">
          <ac:chgData name="Lueck, Gregory M" userId="f2bcafe8-1cd9-4e6b-93d2-d2140a1ee747" providerId="ADAL" clId="{A1325083-3841-45F5-B2FD-677830A79A60}" dt="2026-06-10T12:57:59.498" v="9540" actId="478"/>
          <ac:spMkLst>
            <pc:docMk/>
            <pc:sldMk cId="1415469611" sldId="2147308221"/>
            <ac:spMk id="6" creationId="{213B52E6-DA1D-9675-0D68-9A5F81A8FEA4}"/>
          </ac:spMkLst>
        </pc:spChg>
        <pc:spChg chg="del">
          <ac:chgData name="Lueck, Gregory M" userId="f2bcafe8-1cd9-4e6b-93d2-d2140a1ee747" providerId="ADAL" clId="{A1325083-3841-45F5-B2FD-677830A79A60}" dt="2026-06-10T12:56:35.512" v="9487" actId="478"/>
          <ac:spMkLst>
            <pc:docMk/>
            <pc:sldMk cId="1415469611" sldId="2147308221"/>
            <ac:spMk id="7" creationId="{8054EEFA-2206-6360-CD70-51EC8FEFAC45}"/>
          </ac:spMkLst>
        </pc:spChg>
        <pc:spChg chg="add del mod">
          <ac:chgData name="Lueck, Gregory M" userId="f2bcafe8-1cd9-4e6b-93d2-d2140a1ee747" providerId="ADAL" clId="{A1325083-3841-45F5-B2FD-677830A79A60}" dt="2026-06-10T12:58:36.024" v="9544" actId="478"/>
          <ac:spMkLst>
            <pc:docMk/>
            <pc:sldMk cId="1415469611" sldId="2147308221"/>
            <ac:spMk id="9" creationId="{0AB20FA1-CC38-46F4-CBA2-B2446ACEFE1E}"/>
          </ac:spMkLst>
        </pc:spChg>
        <pc:spChg chg="add mod">
          <ac:chgData name="Lueck, Gregory M" userId="f2bcafe8-1cd9-4e6b-93d2-d2140a1ee747" providerId="ADAL" clId="{A1325083-3841-45F5-B2FD-677830A79A60}" dt="2026-06-10T13:02:16.914" v="9772" actId="14100"/>
          <ac:spMkLst>
            <pc:docMk/>
            <pc:sldMk cId="1415469611" sldId="2147308221"/>
            <ac:spMk id="10" creationId="{44DF135D-AD30-8A0A-711E-B7F978C57C61}"/>
          </ac:spMkLst>
        </pc:spChg>
        <pc:spChg chg="add mod">
          <ac:chgData name="Lueck, Gregory M" userId="f2bcafe8-1cd9-4e6b-93d2-d2140a1ee747" providerId="ADAL" clId="{A1325083-3841-45F5-B2FD-677830A79A60}" dt="2026-06-10T13:02:36.642" v="9808" actId="20577"/>
          <ac:spMkLst>
            <pc:docMk/>
            <pc:sldMk cId="1415469611" sldId="2147308221"/>
            <ac:spMk id="11" creationId="{AD203ABB-E81F-9260-ED0B-643C59C3042F}"/>
          </ac:spMkLst>
        </pc:spChg>
        <pc:spChg chg="add mod">
          <ac:chgData name="Lueck, Gregory M" userId="f2bcafe8-1cd9-4e6b-93d2-d2140a1ee747" providerId="ADAL" clId="{A1325083-3841-45F5-B2FD-677830A79A60}" dt="2026-06-10T13:07:16.015" v="10062" actId="1036"/>
          <ac:spMkLst>
            <pc:docMk/>
            <pc:sldMk cId="1415469611" sldId="2147308221"/>
            <ac:spMk id="13" creationId="{562FCE05-893A-A94E-1012-917DBF987F9D}"/>
          </ac:spMkLst>
        </pc:spChg>
        <pc:spChg chg="del">
          <ac:chgData name="Lueck, Gregory M" userId="f2bcafe8-1cd9-4e6b-93d2-d2140a1ee747" providerId="ADAL" clId="{A1325083-3841-45F5-B2FD-677830A79A60}" dt="2026-06-10T12:57:59.498" v="9540" actId="478"/>
          <ac:spMkLst>
            <pc:docMk/>
            <pc:sldMk cId="1415469611" sldId="2147308221"/>
            <ac:spMk id="14" creationId="{11F11790-1B83-A0B5-565E-31B32316A76D}"/>
          </ac:spMkLst>
        </pc:spChg>
        <pc:spChg chg="add mod">
          <ac:chgData name="Lueck, Gregory M" userId="f2bcafe8-1cd9-4e6b-93d2-d2140a1ee747" providerId="ADAL" clId="{A1325083-3841-45F5-B2FD-677830A79A60}" dt="2026-06-10T13:07:16.015" v="10062" actId="1036"/>
          <ac:spMkLst>
            <pc:docMk/>
            <pc:sldMk cId="1415469611" sldId="2147308221"/>
            <ac:spMk id="15" creationId="{F1B4B1EF-B601-75AC-EE3F-219BB3159808}"/>
          </ac:spMkLst>
        </pc:spChg>
        <pc:spChg chg="add mod">
          <ac:chgData name="Lueck, Gregory M" userId="f2bcafe8-1cd9-4e6b-93d2-d2140a1ee747" providerId="ADAL" clId="{A1325083-3841-45F5-B2FD-677830A79A60}" dt="2026-06-10T13:13:33.045" v="10155" actId="1038"/>
          <ac:spMkLst>
            <pc:docMk/>
            <pc:sldMk cId="1415469611" sldId="2147308221"/>
            <ac:spMk id="17" creationId="{5C642B11-3B7C-A355-C7ED-06863FA5A134}"/>
          </ac:spMkLst>
        </pc:spChg>
        <pc:spChg chg="add mod">
          <ac:chgData name="Lueck, Gregory M" userId="f2bcafe8-1cd9-4e6b-93d2-d2140a1ee747" providerId="ADAL" clId="{A1325083-3841-45F5-B2FD-677830A79A60}" dt="2026-06-10T13:37:06.200" v="10579" actId="20577"/>
          <ac:spMkLst>
            <pc:docMk/>
            <pc:sldMk cId="1415469611" sldId="2147308221"/>
            <ac:spMk id="20" creationId="{A517980C-00BE-D7C9-D69E-6AED3C0EE163}"/>
          </ac:spMkLst>
        </pc:spChg>
        <pc:spChg chg="del">
          <ac:chgData name="Lueck, Gregory M" userId="f2bcafe8-1cd9-4e6b-93d2-d2140a1ee747" providerId="ADAL" clId="{A1325083-3841-45F5-B2FD-677830A79A60}" dt="2026-06-10T12:57:59.498" v="9540" actId="478"/>
          <ac:spMkLst>
            <pc:docMk/>
            <pc:sldMk cId="1415469611" sldId="2147308221"/>
            <ac:spMk id="22" creationId="{DB1C05E6-4F30-3EA2-6259-647FAA961260}"/>
          </ac:spMkLst>
        </pc:spChg>
        <pc:cxnChg chg="del mod">
          <ac:chgData name="Lueck, Gregory M" userId="f2bcafe8-1cd9-4e6b-93d2-d2140a1ee747" providerId="ADAL" clId="{A1325083-3841-45F5-B2FD-677830A79A60}" dt="2026-06-10T12:56:35.512" v="9487" actId="478"/>
          <ac:cxnSpMkLst>
            <pc:docMk/>
            <pc:sldMk cId="1415469611" sldId="2147308221"/>
            <ac:cxnSpMk id="8" creationId="{A0418BCD-DFE2-E58A-858A-AE56FA840E4A}"/>
          </ac:cxnSpMkLst>
        </pc:cxnChg>
        <pc:cxnChg chg="add mod">
          <ac:chgData name="Lueck, Gregory M" userId="f2bcafe8-1cd9-4e6b-93d2-d2140a1ee747" providerId="ADAL" clId="{A1325083-3841-45F5-B2FD-677830A79A60}" dt="2026-06-10T13:02:47.070" v="9810" actId="1076"/>
          <ac:cxnSpMkLst>
            <pc:docMk/>
            <pc:sldMk cId="1415469611" sldId="2147308221"/>
            <ac:cxnSpMk id="12" creationId="{DAEC2B08-CCB8-184E-E002-69869F966B4D}"/>
          </ac:cxnSpMkLst>
        </pc:cxnChg>
        <pc:cxnChg chg="del">
          <ac:chgData name="Lueck, Gregory M" userId="f2bcafe8-1cd9-4e6b-93d2-d2140a1ee747" providerId="ADAL" clId="{A1325083-3841-45F5-B2FD-677830A79A60}" dt="2026-06-10T12:57:59.498" v="9540" actId="478"/>
          <ac:cxnSpMkLst>
            <pc:docMk/>
            <pc:sldMk cId="1415469611" sldId="2147308221"/>
            <ac:cxnSpMk id="16" creationId="{7D98270E-F175-7CA7-0ADB-7B700FEE4173}"/>
          </ac:cxnSpMkLst>
        </pc:cxnChg>
        <pc:cxnChg chg="add mod">
          <ac:chgData name="Lueck, Gregory M" userId="f2bcafe8-1cd9-4e6b-93d2-d2140a1ee747" providerId="ADAL" clId="{A1325083-3841-45F5-B2FD-677830A79A60}" dt="2026-06-10T13:07:16.015" v="10062" actId="1036"/>
          <ac:cxnSpMkLst>
            <pc:docMk/>
            <pc:sldMk cId="1415469611" sldId="2147308221"/>
            <ac:cxnSpMk id="18" creationId="{E2735068-0DD1-AFF1-EDEB-1DE763AB2528}"/>
          </ac:cxnSpMkLst>
        </pc:cxnChg>
        <pc:cxnChg chg="add mod">
          <ac:chgData name="Lueck, Gregory M" userId="f2bcafe8-1cd9-4e6b-93d2-d2140a1ee747" providerId="ADAL" clId="{A1325083-3841-45F5-B2FD-677830A79A60}" dt="2026-06-10T13:07:16.015" v="10062" actId="1036"/>
          <ac:cxnSpMkLst>
            <pc:docMk/>
            <pc:sldMk cId="1415469611" sldId="2147308221"/>
            <ac:cxnSpMk id="21" creationId="{6A8507BB-1EF2-C9AF-7B7E-7B92C235C2C2}"/>
          </ac:cxnSpMkLst>
        </pc:cxnChg>
        <pc:cxnChg chg="del mod">
          <ac:chgData name="Lueck, Gregory M" userId="f2bcafe8-1cd9-4e6b-93d2-d2140a1ee747" providerId="ADAL" clId="{A1325083-3841-45F5-B2FD-677830A79A60}" dt="2026-06-10T12:57:59.498" v="9540" actId="478"/>
          <ac:cxnSpMkLst>
            <pc:docMk/>
            <pc:sldMk cId="1415469611" sldId="2147308221"/>
            <ac:cxnSpMk id="23" creationId="{14B62883-3A9D-F085-D6F7-F9C5C5A85002}"/>
          </ac:cxnSpMkLst>
        </pc:cxnChg>
      </pc:sldChg>
      <pc:sldChg chg="addSp delSp modSp add mod">
        <pc:chgData name="Lueck, Gregory M" userId="f2bcafe8-1cd9-4e6b-93d2-d2140a1ee747" providerId="ADAL" clId="{A1325083-3841-45F5-B2FD-677830A79A60}" dt="2026-06-10T13:36:54.382" v="10577" actId="20577"/>
        <pc:sldMkLst>
          <pc:docMk/>
          <pc:sldMk cId="2070297290" sldId="2147308222"/>
        </pc:sldMkLst>
        <pc:spChg chg="mod">
          <ac:chgData name="Lueck, Gregory M" userId="f2bcafe8-1cd9-4e6b-93d2-d2140a1ee747" providerId="ADAL" clId="{A1325083-3841-45F5-B2FD-677830A79A60}" dt="2026-06-10T13:09:22.494" v="10073" actId="20577"/>
          <ac:spMkLst>
            <pc:docMk/>
            <pc:sldMk cId="2070297290" sldId="2147308222"/>
            <ac:spMk id="2" creationId="{E5210087-7F85-D815-5401-896B00321AE5}"/>
          </ac:spMkLst>
        </pc:spChg>
        <pc:spChg chg="add mod">
          <ac:chgData name="Lueck, Gregory M" userId="f2bcafe8-1cd9-4e6b-93d2-d2140a1ee747" providerId="ADAL" clId="{A1325083-3841-45F5-B2FD-677830A79A60}" dt="2026-06-10T13:36:54.382" v="10577" actId="20577"/>
          <ac:spMkLst>
            <pc:docMk/>
            <pc:sldMk cId="2070297290" sldId="2147308222"/>
            <ac:spMk id="3" creationId="{18CAA3BA-8C8D-E8CA-EB7A-A16501CBFEBC}"/>
          </ac:spMkLst>
        </pc:spChg>
        <pc:spChg chg="mod">
          <ac:chgData name="Lueck, Gregory M" userId="f2bcafe8-1cd9-4e6b-93d2-d2140a1ee747" providerId="ADAL" clId="{A1325083-3841-45F5-B2FD-677830A79A60}" dt="2026-06-10T13:11:12.544" v="10151" actId="6549"/>
          <ac:spMkLst>
            <pc:docMk/>
            <pc:sldMk cId="2070297290" sldId="2147308222"/>
            <ac:spMk id="4" creationId="{6F22E171-3527-60D6-5F89-3DEFF1A8E532}"/>
          </ac:spMkLst>
        </pc:spChg>
        <pc:spChg chg="del">
          <ac:chgData name="Lueck, Gregory M" userId="f2bcafe8-1cd9-4e6b-93d2-d2140a1ee747" providerId="ADAL" clId="{A1325083-3841-45F5-B2FD-677830A79A60}" dt="2026-06-10T13:09:35.917" v="10074" actId="478"/>
          <ac:spMkLst>
            <pc:docMk/>
            <pc:sldMk cId="2070297290" sldId="2147308222"/>
            <ac:spMk id="13" creationId="{0367D8FF-586C-5046-B743-880F02BD3400}"/>
          </ac:spMkLst>
        </pc:spChg>
        <pc:spChg chg="del">
          <ac:chgData name="Lueck, Gregory M" userId="f2bcafe8-1cd9-4e6b-93d2-d2140a1ee747" providerId="ADAL" clId="{A1325083-3841-45F5-B2FD-677830A79A60}" dt="2026-06-10T13:09:35.917" v="10074" actId="478"/>
          <ac:spMkLst>
            <pc:docMk/>
            <pc:sldMk cId="2070297290" sldId="2147308222"/>
            <ac:spMk id="15" creationId="{B870A8B8-AC70-890D-1430-D6C9F0C1F071}"/>
          </ac:spMkLst>
        </pc:spChg>
        <pc:spChg chg="del">
          <ac:chgData name="Lueck, Gregory M" userId="f2bcafe8-1cd9-4e6b-93d2-d2140a1ee747" providerId="ADAL" clId="{A1325083-3841-45F5-B2FD-677830A79A60}" dt="2026-06-10T13:09:40.389" v="10075" actId="478"/>
          <ac:spMkLst>
            <pc:docMk/>
            <pc:sldMk cId="2070297290" sldId="2147308222"/>
            <ac:spMk id="17" creationId="{2DE7413A-4BE8-4003-EC53-A13B1747D7E9}"/>
          </ac:spMkLst>
        </pc:spChg>
        <pc:spChg chg="del">
          <ac:chgData name="Lueck, Gregory M" userId="f2bcafe8-1cd9-4e6b-93d2-d2140a1ee747" providerId="ADAL" clId="{A1325083-3841-45F5-B2FD-677830A79A60}" dt="2026-06-10T13:09:40.389" v="10075" actId="478"/>
          <ac:spMkLst>
            <pc:docMk/>
            <pc:sldMk cId="2070297290" sldId="2147308222"/>
            <ac:spMk id="20" creationId="{F0B5AB0F-B455-B311-02A9-6BEC95C64B4B}"/>
          </ac:spMkLst>
        </pc:spChg>
        <pc:cxnChg chg="del">
          <ac:chgData name="Lueck, Gregory M" userId="f2bcafe8-1cd9-4e6b-93d2-d2140a1ee747" providerId="ADAL" clId="{A1325083-3841-45F5-B2FD-677830A79A60}" dt="2026-06-10T13:09:35.917" v="10074" actId="478"/>
          <ac:cxnSpMkLst>
            <pc:docMk/>
            <pc:sldMk cId="2070297290" sldId="2147308222"/>
            <ac:cxnSpMk id="18" creationId="{46F4109D-12E8-0E46-2526-AB48501761EB}"/>
          </ac:cxnSpMkLst>
        </pc:cxnChg>
        <pc:cxnChg chg="del">
          <ac:chgData name="Lueck, Gregory M" userId="f2bcafe8-1cd9-4e6b-93d2-d2140a1ee747" providerId="ADAL" clId="{A1325083-3841-45F5-B2FD-677830A79A60}" dt="2026-06-10T13:09:40.389" v="10075" actId="478"/>
          <ac:cxnSpMkLst>
            <pc:docMk/>
            <pc:sldMk cId="2070297290" sldId="2147308222"/>
            <ac:cxnSpMk id="21" creationId="{9AC3A638-CE12-5655-5DC9-8B1685DF3246}"/>
          </ac:cxnSpMkLst>
        </pc:cxnChg>
      </pc:sldChg>
      <pc:sldChg chg="addSp delSp modSp add mod">
        <pc:chgData name="Lueck, Gregory M" userId="f2bcafe8-1cd9-4e6b-93d2-d2140a1ee747" providerId="ADAL" clId="{A1325083-3841-45F5-B2FD-677830A79A60}" dt="2026-06-10T13:30:30.010" v="10472" actId="207"/>
        <pc:sldMkLst>
          <pc:docMk/>
          <pc:sldMk cId="1054650110" sldId="2147308223"/>
        </pc:sldMkLst>
        <pc:spChg chg="mod">
          <ac:chgData name="Lueck, Gregory M" userId="f2bcafe8-1cd9-4e6b-93d2-d2140a1ee747" providerId="ADAL" clId="{A1325083-3841-45F5-B2FD-677830A79A60}" dt="2026-06-10T13:29:22.963" v="10455" actId="20577"/>
          <ac:spMkLst>
            <pc:docMk/>
            <pc:sldMk cId="1054650110" sldId="2147308223"/>
            <ac:spMk id="2" creationId="{1BD2032D-30A2-4721-A84C-15E6466087D4}"/>
          </ac:spMkLst>
        </pc:spChg>
        <pc:spChg chg="del">
          <ac:chgData name="Lueck, Gregory M" userId="f2bcafe8-1cd9-4e6b-93d2-d2140a1ee747" providerId="ADAL" clId="{A1325083-3841-45F5-B2FD-677830A79A60}" dt="2026-06-10T13:29:30.457" v="10456" actId="478"/>
          <ac:spMkLst>
            <pc:docMk/>
            <pc:sldMk cId="1054650110" sldId="2147308223"/>
            <ac:spMk id="3" creationId="{B99B2CFC-3251-6ABD-A27A-2DDAF66889FD}"/>
          </ac:spMkLst>
        </pc:spChg>
        <pc:spChg chg="del">
          <ac:chgData name="Lueck, Gregory M" userId="f2bcafe8-1cd9-4e6b-93d2-d2140a1ee747" providerId="ADAL" clId="{A1325083-3841-45F5-B2FD-677830A79A60}" dt="2026-06-10T13:29:30.457" v="10456" actId="478"/>
          <ac:spMkLst>
            <pc:docMk/>
            <pc:sldMk cId="1054650110" sldId="2147308223"/>
            <ac:spMk id="4" creationId="{54AB2D95-EE99-0E06-3A8D-7E8E6C5E6771}"/>
          </ac:spMkLst>
        </pc:spChg>
        <pc:spChg chg="add mod">
          <ac:chgData name="Lueck, Gregory M" userId="f2bcafe8-1cd9-4e6b-93d2-d2140a1ee747" providerId="ADAL" clId="{A1325083-3841-45F5-B2FD-677830A79A60}" dt="2026-06-10T13:30:30.010" v="10472" actId="207"/>
          <ac:spMkLst>
            <pc:docMk/>
            <pc:sldMk cId="1054650110" sldId="2147308223"/>
            <ac:spMk id="5" creationId="{2857D7DC-8AA3-4C54-506F-9973CBCA27DB}"/>
          </ac:spMkLst>
        </pc:spChg>
        <pc:spChg chg="del">
          <ac:chgData name="Lueck, Gregory M" userId="f2bcafe8-1cd9-4e6b-93d2-d2140a1ee747" providerId="ADAL" clId="{A1325083-3841-45F5-B2FD-677830A79A60}" dt="2026-06-10T13:29:30.457" v="10456" actId="478"/>
          <ac:spMkLst>
            <pc:docMk/>
            <pc:sldMk cId="1054650110" sldId="2147308223"/>
            <ac:spMk id="10" creationId="{EE4F8F9F-E899-B0F6-5E0C-105FDC98E010}"/>
          </ac:spMkLst>
        </pc:spChg>
        <pc:spChg chg="del">
          <ac:chgData name="Lueck, Gregory M" userId="f2bcafe8-1cd9-4e6b-93d2-d2140a1ee747" providerId="ADAL" clId="{A1325083-3841-45F5-B2FD-677830A79A60}" dt="2026-06-10T13:29:30.457" v="10456" actId="478"/>
          <ac:spMkLst>
            <pc:docMk/>
            <pc:sldMk cId="1054650110" sldId="2147308223"/>
            <ac:spMk id="11" creationId="{9849FA18-1024-8B74-49BA-82E9CDA5389E}"/>
          </ac:spMkLst>
        </pc:spChg>
        <pc:cxnChg chg="del">
          <ac:chgData name="Lueck, Gregory M" userId="f2bcafe8-1cd9-4e6b-93d2-d2140a1ee747" providerId="ADAL" clId="{A1325083-3841-45F5-B2FD-677830A79A60}" dt="2026-06-10T13:29:30.457" v="10456" actId="478"/>
          <ac:cxnSpMkLst>
            <pc:docMk/>
            <pc:sldMk cId="1054650110" sldId="2147308223"/>
            <ac:cxnSpMk id="12" creationId="{F6FCCA8D-154B-C26C-DEAD-838AF948D332}"/>
          </ac:cxnSpMkLst>
        </pc:cxnChg>
      </pc:sldChg>
      <pc:sldMasterChg chg="modSp mod">
        <pc:chgData name="Lueck, Gregory M" userId="f2bcafe8-1cd9-4e6b-93d2-d2140a1ee747" providerId="ADAL" clId="{A1325083-3841-45F5-B2FD-677830A79A60}" dt="2026-06-09T17:49:43.397" v="2951"/>
        <pc:sldMasterMkLst>
          <pc:docMk/>
          <pc:sldMasterMk cId="1152968019" sldId="2147483660"/>
        </pc:sldMasterMkLst>
        <pc:spChg chg="mod">
          <ac:chgData name="Lueck, Gregory M" userId="f2bcafe8-1cd9-4e6b-93d2-d2140a1ee747" providerId="ADAL" clId="{A1325083-3841-45F5-B2FD-677830A79A60}" dt="2026-06-09T17:49:43.397" v="2951"/>
          <ac:spMkLst>
            <pc:docMk/>
            <pc:sldMasterMk cId="1152968019" sldId="2147483660"/>
            <ac:spMk id="2" creationId="{6D33D527-2918-4752-A9A7-0BDBA010BB39}"/>
          </ac:spMkLst>
        </pc:sp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6640C-A5E2-4636-80A1-54E9405FB2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D45F6-9C91-456F-93ED-703DDBCF3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06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D45F6-9C91-456F-93ED-703DDBCF34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0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E1F55-17C5-B200-F8BF-337DAE653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3B66F-AA78-9114-45F0-E1A590F4A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5DBAC-8E67-643A-6EE9-819D14813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A068A-05DC-AD4A-C748-E6D3B867E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D45F6-9C91-456F-93ED-703DDBCF34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82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EF16E-D965-A643-6E95-2B23D1231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E4D9D-B5CE-A751-B5DD-E8682EC56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5371F-D634-2485-33C2-86D8277E7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337D6-4F93-DE64-0CF1-9A7B2F7AF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D45F6-9C91-456F-93ED-703DDBCF34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43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8B71-2B99-B5E9-3F17-638D3ED1C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FF58E-8A49-E325-F568-E1F2C0D3C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31B04-845E-C95A-C19B-01883BCA1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1454B-E61B-7711-6360-C69520FA5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D45F6-9C91-456F-93ED-703DDBCF34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33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829B0-311C-016C-43F1-984CCAA0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B4B42-348E-C87A-5ED1-BD79FC777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7A736-8A57-5E5F-0CEB-D68230ACB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68AB2-28BD-117F-BC10-32CA430A0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D45F6-9C91-456F-93ED-703DDBCF34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36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19E2-27A1-1FC9-B623-5F8D60239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0DBAA-34D6-5C0C-068C-5EFB4D1C1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EA2C0-370B-D4E5-0372-724F8819F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00CF5-62D5-FD0C-5F1C-43E62094F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D45F6-9C91-456F-93ED-703DDBCF34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61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C58B-162E-DA35-5660-86C666419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00FB0-9083-AC18-EC54-21E16A1AD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2BEB2-C16B-5058-3591-5BAD1B791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1566A-DB14-8BBB-2660-3B6221564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D45F6-9C91-456F-93ED-703DDBCF34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85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C872A-77D7-A5E3-9368-FE780D6EE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B7C38-41F7-A0F1-FBA9-FA833FAB0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B9D02-6499-9BFF-FABC-41911C16F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61A7B-B07D-25E1-E652-3FFC5D59A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D45F6-9C91-456F-93ED-703DDBCF34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66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40438-0885-9597-10AB-3C016001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D12C2-EF14-BF83-AC27-93B48830A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A3BD7-ED1B-5958-2A66-22FFAAAE3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3AD83-1A71-B349-2AA4-E1F1F08E3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D45F6-9C91-456F-93ED-703DDBCF34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04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51D1-98B0-CF14-2935-2B1716E5C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B7475-8A36-DABF-3619-0FC352448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F4426-6DCB-9DE6-B7D5-02CD9055F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E8882-CC6B-F2B8-90FC-D9270F07A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D45F6-9C91-456F-93ED-703DDBCF34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7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267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885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3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24045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018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486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905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996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99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196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256640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918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269BB-7AC7-41A6-BC05-71FDAD0FDBA2}"/>
              </a:ext>
            </a:extLst>
          </p:cNvPr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3370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02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8B335-02FC-4504-AF46-DF56B2EC52E4}"/>
              </a:ext>
            </a:extLst>
          </p:cNvPr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0836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C8DFF-85CB-4435-B144-6A1DC4093482}"/>
              </a:ext>
            </a:extLst>
          </p:cNvPr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48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F55E0-947C-4281-8A2A-E59398C246AB}"/>
              </a:ext>
            </a:extLst>
          </p:cNvPr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443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60C086-3964-411C-85AF-F720D5E83519}"/>
              </a:ext>
            </a:extLst>
          </p:cNvPr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292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BA887-D95E-434F-B1E9-73FC7AE8C2A8}"/>
              </a:ext>
            </a:extLst>
          </p:cNvPr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450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8069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2FEA03-1122-4C36-ACD1-DA42FB8A03DC}"/>
              </a:ext>
            </a:extLst>
          </p:cNvPr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4088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273EB-E90B-42F7-8CE9-6A1713A08CA3}"/>
              </a:ext>
            </a:extLst>
          </p:cNvPr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1358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3204124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0938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1F1A6-2FDF-4676-B713-F9746DD3A821}"/>
              </a:ext>
            </a:extLst>
          </p:cNvPr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260184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2CF38D-B95A-4CD5-8F7D-86EA9C709AD4}"/>
              </a:ext>
            </a:extLst>
          </p:cNvPr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217325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7379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6CD6-A42B-4C1D-8210-0D55E04E9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0A9ED-9BFC-49A6-9576-C3FD06938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70B49-66B8-493D-95E4-4EA45575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2AAAB-6DEA-4F3F-BAE3-A5185D49F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Intel Confidential - Internal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47DBC-53A4-472B-A12A-1C3CD452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26C90-FF87-4125-A52E-3187FAB4E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177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69573-AA1A-4867-9038-55AA4D1D8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B4975-1416-4772-8B5A-1092D76E8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232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 Clear Light Text Goes Here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/>
        </p:nvSpPr>
        <p:spPr>
          <a:xfrm>
            <a:off x="5000188" y="6562504"/>
            <a:ext cx="219162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2"/>
                </a:solidFill>
              </a:rPr>
              <a:t>LLVM/Offload – Bi-weekly Meeting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5296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90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112B06-A1CE-4DCA-BCC6-5D490E54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1336" y="2636401"/>
            <a:ext cx="10151116" cy="1532927"/>
          </a:xfrm>
        </p:spPr>
        <p:txBody>
          <a:bodyPr/>
          <a:lstStyle/>
          <a:p>
            <a:r>
              <a:rPr lang="en-US" sz="4400" dirty="0"/>
              <a:t>[RFC] Proposed extension to the</a:t>
            </a:r>
            <a:br>
              <a:rPr lang="en-US" sz="4400" dirty="0"/>
            </a:br>
            <a:r>
              <a:rPr lang="en-US" sz="4400" dirty="0"/>
              <a:t>“--offload-arch” option</a:t>
            </a:r>
            <a:endParaRPr lang="en-US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5CB02-66E4-8E47-9742-E01C08F263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08348" y="4778608"/>
            <a:ext cx="10283651" cy="826125"/>
          </a:xfrm>
        </p:spPr>
        <p:txBody>
          <a:bodyPr>
            <a:normAutofit/>
          </a:bodyPr>
          <a:lstStyle/>
          <a:p>
            <a:r>
              <a:rPr lang="en-US" dirty="0"/>
              <a:t>Greg Lueck, Intel Corporation</a:t>
            </a:r>
          </a:p>
          <a:p>
            <a:r>
              <a:rPr lang="en-US" dirty="0"/>
              <a:t>6/10/2026</a:t>
            </a:r>
          </a:p>
        </p:txBody>
      </p:sp>
    </p:spTree>
    <p:extLst>
      <p:ext uri="{BB962C8B-B14F-4D97-AF65-F5344CB8AC3E}">
        <p14:creationId xmlns:p14="http://schemas.microsoft.com/office/powerpoint/2010/main" val="281321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9773-A957-4DB8-B542-511BA5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3106" cy="1325563"/>
          </a:xfrm>
        </p:spPr>
        <p:txBody>
          <a:bodyPr/>
          <a:lstStyle/>
          <a:p>
            <a:r>
              <a:rPr lang="de-DE" sz="3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Current "--offload-arch" behavior (CUDA)</a:t>
            </a:r>
            <a:endParaRPr lang="en-US" sz="3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8B3B9-4AE5-462F-B8BD-70D12134C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94" y="4006392"/>
            <a:ext cx="10810612" cy="2300139"/>
          </a:xfrm>
        </p:spPr>
        <p:txBody>
          <a:bodyPr>
            <a:normAutofit/>
          </a:bodyPr>
          <a:lstStyle/>
          <a:p>
            <a:pPr lvl="1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Problem</a:t>
            </a:r>
          </a:p>
          <a:p>
            <a:pPr lvl="2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No way to generate only PTX w/o also embedding SASS</a:t>
            </a:r>
          </a:p>
          <a:p>
            <a:pPr lvl="2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We have customers that require this functionality when compiling SYCL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11111-A7B4-FAC3-D0C1-7E0CC6000C1F}"/>
              </a:ext>
            </a:extLst>
          </p:cNvPr>
          <p:cNvSpPr txBox="1"/>
          <p:nvPr/>
        </p:nvSpPr>
        <p:spPr>
          <a:xfrm>
            <a:off x="838200" y="1167949"/>
            <a:ext cx="4883870" cy="406265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clang++ -c --offload-arch=sm_90 cuda.cu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1E521-EB98-FDF5-6957-A8AEC117D828}"/>
              </a:ext>
            </a:extLst>
          </p:cNvPr>
          <p:cNvSpPr txBox="1"/>
          <p:nvPr/>
        </p:nvSpPr>
        <p:spPr>
          <a:xfrm>
            <a:off x="1725406" y="1627803"/>
            <a:ext cx="6589035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Clang compiles CUDA kernel code to PTX at compute capability “compute_90”</a:t>
            </a:r>
          </a:p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>
                <a:solidFill>
                  <a:srgbClr val="FF0000"/>
                </a:solidFill>
              </a:rPr>
              <a:t>Runs </a:t>
            </a:r>
            <a:r>
              <a:rPr lang="en-US" sz="1400" dirty="0" err="1">
                <a:solidFill>
                  <a:srgbClr val="FF0000"/>
                </a:solidFill>
              </a:rPr>
              <a:t>ptxas</a:t>
            </a:r>
            <a:r>
              <a:rPr lang="en-US" sz="1400" dirty="0">
                <a:solidFill>
                  <a:srgbClr val="FF0000"/>
                </a:solidFill>
              </a:rPr>
              <a:t> to generate sm_90 SASS from that PTX</a:t>
            </a:r>
          </a:p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>
                <a:solidFill>
                  <a:srgbClr val="FF0000"/>
                </a:solidFill>
              </a:rPr>
              <a:t>Embeds only SASS in fat object (new offload model)</a:t>
            </a:r>
          </a:p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>
                <a:solidFill>
                  <a:srgbClr val="FF0000"/>
                </a:solidFill>
              </a:rPr>
              <a:t>(old offload model embeds both PTX and SASS)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A3654-5208-5610-59EE-6CD5F942A150}"/>
              </a:ext>
            </a:extLst>
          </p:cNvPr>
          <p:cNvSpPr txBox="1"/>
          <p:nvPr/>
        </p:nvSpPr>
        <p:spPr>
          <a:xfrm>
            <a:off x="838199" y="2679662"/>
            <a:ext cx="7617644" cy="406265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clang++ -c --offload-arch=sm_90 --cuda-include-ptx=sm_90 cuda.cu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953402-5922-008F-5A4D-20868C3FBB84}"/>
              </a:ext>
            </a:extLst>
          </p:cNvPr>
          <p:cNvSpPr txBox="1"/>
          <p:nvPr/>
        </p:nvSpPr>
        <p:spPr>
          <a:xfrm>
            <a:off x="1725406" y="3139516"/>
            <a:ext cx="6589035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Same but embeds both PTX and SASS in fat object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106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7A09F-3361-6459-E0A8-E5492F10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08726-BC0C-5CBB-3B9D-3110DC6C9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3106" cy="1325563"/>
          </a:xfrm>
        </p:spPr>
        <p:txBody>
          <a:bodyPr/>
          <a:lstStyle/>
          <a:p>
            <a:r>
              <a:rPr lang="de-DE" sz="3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Proposal #1: Allow IR names with "--offload-arch"</a:t>
            </a:r>
            <a:endParaRPr lang="en-US" sz="3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4A3F71-7C3E-3C4B-BB6F-2B2256EF2A97}"/>
              </a:ext>
            </a:extLst>
          </p:cNvPr>
          <p:cNvSpPr txBox="1"/>
          <p:nvPr/>
        </p:nvSpPr>
        <p:spPr>
          <a:xfrm>
            <a:off x="838199" y="1975255"/>
            <a:ext cx="6589035" cy="406265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clang++ -</a:t>
            </a:r>
            <a:r>
              <a:rPr lang="en-US" sz="1600" dirty="0" err="1">
                <a:latin typeface="Consolas"/>
                <a:ea typeface="Calibri"/>
              </a:rPr>
              <a:t>fsycl</a:t>
            </a:r>
            <a:r>
              <a:rPr lang="en-US" sz="1600" dirty="0">
                <a:latin typeface="Consolas"/>
                <a:ea typeface="Calibri"/>
              </a:rPr>
              <a:t> -c --offload-arch=igca_40 sycl.cpp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374770-58B2-3B19-D5E1-CDD27976F948}"/>
              </a:ext>
            </a:extLst>
          </p:cNvPr>
          <p:cNvSpPr txBox="1"/>
          <p:nvPr/>
        </p:nvSpPr>
        <p:spPr>
          <a:xfrm>
            <a:off x="1725406" y="2410396"/>
            <a:ext cx="8851468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Clang compiles SYCL kernel code to SPIR-V at “igca_40” (“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igca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” is Intel’s equivalent to “compute capability”) </a:t>
            </a:r>
          </a:p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>
                <a:solidFill>
                  <a:srgbClr val="FF0000"/>
                </a:solidFill>
              </a:rPr>
              <a:t>Embeds that SPIR-V in fat object</a:t>
            </a:r>
          </a:p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>
                <a:solidFill>
                  <a:srgbClr val="FF0000"/>
                </a:solidFill>
              </a:rPr>
              <a:t>(Does not generate or embed native device code)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F39EA-27AD-369F-F718-6AE706AC3DCC}"/>
              </a:ext>
            </a:extLst>
          </p:cNvPr>
          <p:cNvSpPr txBox="1"/>
          <p:nvPr/>
        </p:nvSpPr>
        <p:spPr>
          <a:xfrm>
            <a:off x="838198" y="4294280"/>
            <a:ext cx="9031665" cy="406265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clang++ -</a:t>
            </a:r>
            <a:r>
              <a:rPr lang="en-US" sz="1600" dirty="0" err="1">
                <a:latin typeface="Consolas"/>
                <a:ea typeface="Calibri"/>
              </a:rPr>
              <a:t>fsycl</a:t>
            </a:r>
            <a:r>
              <a:rPr lang="en-US" sz="1600" dirty="0">
                <a:latin typeface="Consolas"/>
                <a:ea typeface="Calibri"/>
              </a:rPr>
              <a:t> -c --offload-arch=igca_40,xe-bmg sycl.cpp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36891-C3A5-EC84-2D41-28291F018D69}"/>
              </a:ext>
            </a:extLst>
          </p:cNvPr>
          <p:cNvSpPr txBox="1"/>
          <p:nvPr/>
        </p:nvSpPr>
        <p:spPr>
          <a:xfrm>
            <a:off x="1725406" y="4754134"/>
            <a:ext cx="7599826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Clang compiles SYCL kernel code to SPIR-V at “igca_40”</a:t>
            </a:r>
          </a:p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>
                <a:solidFill>
                  <a:srgbClr val="FF0000"/>
                </a:solidFill>
              </a:rPr>
              <a:t>Clang compiles SYCL kernel code to SPIR-V at “igca_40ra” (which matches “</a:t>
            </a:r>
            <a:r>
              <a:rPr lang="en-US" sz="1400" dirty="0" err="1">
                <a:solidFill>
                  <a:srgbClr val="FF0000"/>
                </a:solidFill>
              </a:rPr>
              <a:t>xe-bmg</a:t>
            </a:r>
            <a:r>
              <a:rPr lang="en-US" sz="1400" dirty="0">
                <a:solidFill>
                  <a:srgbClr val="FF0000"/>
                </a:solidFill>
              </a:rPr>
              <a:t>” device)</a:t>
            </a:r>
          </a:p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>
                <a:solidFill>
                  <a:srgbClr val="FF0000"/>
                </a:solidFill>
              </a:rPr>
              <a:t>Runs </a:t>
            </a:r>
            <a:r>
              <a:rPr lang="en-US" sz="1400" dirty="0" err="1">
                <a:solidFill>
                  <a:srgbClr val="FF0000"/>
                </a:solidFill>
              </a:rPr>
              <a:t>ocloc</a:t>
            </a:r>
            <a:r>
              <a:rPr lang="en-US" sz="1400" dirty="0">
                <a:solidFill>
                  <a:srgbClr val="FF0000"/>
                </a:solidFill>
              </a:rPr>
              <a:t> on igca_40ra SPIR-V to generate </a:t>
            </a:r>
            <a:r>
              <a:rPr lang="en-US" sz="1400" dirty="0" err="1">
                <a:solidFill>
                  <a:srgbClr val="FF0000"/>
                </a:solidFill>
              </a:rPr>
              <a:t>xe-bmg</a:t>
            </a:r>
            <a:r>
              <a:rPr lang="en-US" sz="1400" dirty="0">
                <a:solidFill>
                  <a:srgbClr val="FF0000"/>
                </a:solidFill>
              </a:rPr>
              <a:t> device code</a:t>
            </a:r>
          </a:p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>
                <a:solidFill>
                  <a:srgbClr val="FF0000"/>
                </a:solidFill>
              </a:rPr>
              <a:t>Embeds both SPIR-V and device code in fat object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F0385-649D-6D69-2A50-386C6A8178B5}"/>
              </a:ext>
            </a:extLst>
          </p:cNvPr>
          <p:cNvSpPr txBox="1"/>
          <p:nvPr/>
        </p:nvSpPr>
        <p:spPr>
          <a:xfrm>
            <a:off x="4825316" y="1135760"/>
            <a:ext cx="2541368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Name of an IR here</a:t>
            </a:r>
            <a:b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</a:b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(like PTX “compute capability”)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9A310F-F671-354F-DD66-F24F9A73A263}"/>
              </a:ext>
            </a:extLst>
          </p:cNvPr>
          <p:cNvCxnSpPr>
            <a:cxnSpLocks/>
          </p:cNvCxnSpPr>
          <p:nvPr/>
        </p:nvCxnSpPr>
        <p:spPr>
          <a:xfrm flipH="1">
            <a:off x="5061113" y="1628947"/>
            <a:ext cx="164758" cy="412413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64114E2-E998-E1B7-ED6B-E3D4FCEA5D13}"/>
              </a:ext>
            </a:extLst>
          </p:cNvPr>
          <p:cNvSpPr txBox="1"/>
          <p:nvPr/>
        </p:nvSpPr>
        <p:spPr>
          <a:xfrm>
            <a:off x="4681154" y="3560991"/>
            <a:ext cx="2541368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OK to mix both device names and IR names on command line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234963-0793-0388-96F2-9F09E46402C2}"/>
              </a:ext>
            </a:extLst>
          </p:cNvPr>
          <p:cNvCxnSpPr>
            <a:cxnSpLocks/>
          </p:cNvCxnSpPr>
          <p:nvPr/>
        </p:nvCxnSpPr>
        <p:spPr>
          <a:xfrm flipH="1">
            <a:off x="5670711" y="4054039"/>
            <a:ext cx="205948" cy="373304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19111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E0985-C115-E4F3-D586-5FB978ED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324E-00C3-B51A-F3E8-706B824F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3106" cy="1325563"/>
          </a:xfrm>
        </p:spPr>
        <p:txBody>
          <a:bodyPr/>
          <a:lstStyle/>
          <a:p>
            <a:r>
              <a:rPr lang="de-DE" sz="3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Whether to embed IR by default</a:t>
            </a:r>
            <a:endParaRPr lang="en-US" sz="3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8C4C3-6502-447A-81BC-A8F0A59EE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94" y="1251466"/>
            <a:ext cx="10810612" cy="5055065"/>
          </a:xfrm>
        </p:spPr>
        <p:txBody>
          <a:bodyPr>
            <a:normAutofit/>
          </a:bodyPr>
          <a:lstStyle/>
          <a:p>
            <a:pPr lvl="1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CUDA</a:t>
            </a:r>
          </a:p>
          <a:p>
            <a:pPr lvl="2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Clang default is to not embed PTX (must use “--</a:t>
            </a:r>
            <a:r>
              <a:rPr lang="en-US" dirty="0" err="1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cuda</a:t>
            </a:r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-include-</a:t>
            </a:r>
            <a:r>
              <a:rPr lang="en-US" dirty="0" err="1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ptx</a:t>
            </a:r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” to get it)</a:t>
            </a:r>
          </a:p>
          <a:p>
            <a:pPr lvl="2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Old offload model did embed PTX by default</a:t>
            </a:r>
          </a:p>
          <a:p>
            <a:pPr lvl="2" defTabSz="2438338" rtl="0" hangingPunct="0"/>
            <a:r>
              <a:rPr lang="en-US" dirty="0" err="1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Nvcc</a:t>
            </a:r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 default is to embed PTX</a:t>
            </a:r>
          </a:p>
          <a:p>
            <a:pPr lvl="2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No CUDA features depend on presence of PTX</a:t>
            </a:r>
          </a:p>
          <a:p>
            <a:pPr lvl="1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SYCL</a:t>
            </a:r>
          </a:p>
          <a:p>
            <a:pPr lvl="2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Some SYCL features only work when IR is present (e.g. specialization constants)</a:t>
            </a:r>
          </a:p>
          <a:p>
            <a:pPr lvl="2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Want default to be that all SYCL features work</a:t>
            </a:r>
          </a:p>
          <a:p>
            <a:pPr lvl="2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Some users want to omit IR for space reasons</a:t>
            </a:r>
          </a:p>
          <a:p>
            <a:pPr lvl="2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Want these users to opt-in, so they know they are giving up features</a:t>
            </a:r>
          </a:p>
          <a:p>
            <a:pPr lvl="1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OK if default is different between SYCL and CUDA</a:t>
            </a:r>
          </a:p>
        </p:txBody>
      </p:sp>
    </p:spTree>
    <p:extLst>
      <p:ext uri="{BB962C8B-B14F-4D97-AF65-F5344CB8AC3E}">
        <p14:creationId xmlns:p14="http://schemas.microsoft.com/office/powerpoint/2010/main" val="3890253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57A66-3F0B-1A6F-70BD-DAE737E7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5A25-8275-31FF-95D2-2C2B1472F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3106" cy="1325563"/>
          </a:xfrm>
        </p:spPr>
        <p:txBody>
          <a:bodyPr/>
          <a:lstStyle/>
          <a:p>
            <a:r>
              <a:rPr lang="de-DE" sz="3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Proposal #2: Language neutral way to control IR embedding</a:t>
            </a:r>
            <a:endParaRPr lang="en-US" sz="3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1AF74C-1457-8E91-DBEE-E961326C72F0}"/>
              </a:ext>
            </a:extLst>
          </p:cNvPr>
          <p:cNvSpPr txBox="1"/>
          <p:nvPr/>
        </p:nvSpPr>
        <p:spPr>
          <a:xfrm>
            <a:off x="838200" y="2264849"/>
            <a:ext cx="8289325" cy="406265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clang++ -</a:t>
            </a:r>
            <a:r>
              <a:rPr lang="en-US" sz="1600" dirty="0" err="1">
                <a:latin typeface="Consolas"/>
                <a:ea typeface="Calibri"/>
              </a:rPr>
              <a:t>fsycl</a:t>
            </a:r>
            <a:r>
              <a:rPr lang="en-US" sz="1600" dirty="0">
                <a:latin typeface="Consolas"/>
                <a:ea typeface="Calibri"/>
              </a:rPr>
              <a:t> -c --offload-arch=</a:t>
            </a:r>
            <a:r>
              <a:rPr lang="en-US" sz="1600" dirty="0" err="1">
                <a:latin typeface="Consolas"/>
                <a:ea typeface="Calibri"/>
              </a:rPr>
              <a:t>xe-bmg</a:t>
            </a:r>
            <a:r>
              <a:rPr lang="en-US" sz="1600" dirty="0">
                <a:latin typeface="Consolas"/>
                <a:ea typeface="Calibri"/>
              </a:rPr>
              <a:t> </a:t>
            </a:r>
            <a:r>
              <a:rPr lang="en-US" sz="1600" b="1" dirty="0">
                <a:latin typeface="Consolas"/>
                <a:ea typeface="Calibri"/>
              </a:rPr>
              <a:t>--offload-no-embed-</a:t>
            </a:r>
            <a:r>
              <a:rPr lang="en-US" sz="1600" b="1" dirty="0" err="1">
                <a:latin typeface="Consolas"/>
                <a:ea typeface="Calibri"/>
              </a:rPr>
              <a:t>ir</a:t>
            </a:r>
            <a:r>
              <a:rPr lang="en-US" sz="1600" b="1" dirty="0">
                <a:latin typeface="Consolas"/>
                <a:ea typeface="Calibri"/>
              </a:rPr>
              <a:t> </a:t>
            </a:r>
            <a:r>
              <a:rPr lang="en-US" sz="1600" dirty="0">
                <a:latin typeface="Consolas"/>
                <a:ea typeface="Calibri"/>
              </a:rPr>
              <a:t>sycl.cpp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A05FC-EDD3-A2C5-472C-E9B89701287E}"/>
              </a:ext>
            </a:extLst>
          </p:cNvPr>
          <p:cNvSpPr txBox="1"/>
          <p:nvPr/>
        </p:nvSpPr>
        <p:spPr>
          <a:xfrm>
            <a:off x="4952991" y="1294642"/>
            <a:ext cx="3267318" cy="7232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SYCL is multi-vendor, so there could be many IRs (SPIR-V, PTX, etc.)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FF0000"/>
                </a:solidFill>
              </a:rPr>
              <a:t>Option name uses generic word “IR”.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DB234E-1516-5D24-39D1-9C26498DA364}"/>
              </a:ext>
            </a:extLst>
          </p:cNvPr>
          <p:cNvCxnSpPr>
            <a:cxnSpLocks/>
          </p:cNvCxnSpPr>
          <p:nvPr/>
        </p:nvCxnSpPr>
        <p:spPr>
          <a:xfrm>
            <a:off x="7554096" y="2011568"/>
            <a:ext cx="181221" cy="315331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B3B397D-77F7-B714-4806-BE73FC13C0E1}"/>
              </a:ext>
            </a:extLst>
          </p:cNvPr>
          <p:cNvSpPr txBox="1"/>
          <p:nvPr/>
        </p:nvSpPr>
        <p:spPr>
          <a:xfrm>
            <a:off x="838200" y="4173545"/>
            <a:ext cx="9038968" cy="406265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clang++ -</a:t>
            </a:r>
            <a:r>
              <a:rPr lang="en-US" sz="1600" dirty="0" err="1">
                <a:latin typeface="Consolas"/>
                <a:ea typeface="Calibri"/>
              </a:rPr>
              <a:t>fsycl</a:t>
            </a:r>
            <a:r>
              <a:rPr lang="en-US" sz="1600" dirty="0">
                <a:latin typeface="Consolas"/>
                <a:ea typeface="Calibri"/>
              </a:rPr>
              <a:t> -c --offload-arch=xe-bmg,xe-dg2 --offload-no-embed-</a:t>
            </a:r>
            <a:r>
              <a:rPr lang="en-US" sz="1600" dirty="0" err="1">
                <a:latin typeface="Consolas"/>
                <a:ea typeface="Calibri"/>
              </a:rPr>
              <a:t>ir</a:t>
            </a:r>
            <a:r>
              <a:rPr lang="en-US" sz="1600" b="1" dirty="0">
                <a:latin typeface="Consolas"/>
                <a:ea typeface="Calibri"/>
              </a:rPr>
              <a:t> </a:t>
            </a:r>
            <a:r>
              <a:rPr lang="en-US" sz="1600" dirty="0">
                <a:latin typeface="Consolas"/>
                <a:ea typeface="Calibri"/>
              </a:rPr>
              <a:t>sycl.cpp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B5A4D-4E74-764B-F336-97B8B45ED29F}"/>
              </a:ext>
            </a:extLst>
          </p:cNvPr>
          <p:cNvSpPr txBox="1"/>
          <p:nvPr/>
        </p:nvSpPr>
        <p:spPr>
          <a:xfrm>
            <a:off x="3803812" y="5093697"/>
            <a:ext cx="2823516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Two device names here, so there are two IR modules generated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10CBCC-476C-DF11-3CF6-7C5A90EEBC76}"/>
              </a:ext>
            </a:extLst>
          </p:cNvPr>
          <p:cNvCxnSpPr>
            <a:cxnSpLocks/>
          </p:cNvCxnSpPr>
          <p:nvPr/>
        </p:nvCxnSpPr>
        <p:spPr>
          <a:xfrm flipV="1">
            <a:off x="5199432" y="4481385"/>
            <a:ext cx="394060" cy="612312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B0F2C3D-10A4-7A93-E576-6F10C60A5376}"/>
              </a:ext>
            </a:extLst>
          </p:cNvPr>
          <p:cNvSpPr txBox="1"/>
          <p:nvPr/>
        </p:nvSpPr>
        <p:spPr>
          <a:xfrm>
            <a:off x="6808551" y="5524584"/>
            <a:ext cx="2823516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Does this affect both IR modules?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FF0000"/>
                </a:solidFill>
              </a:rPr>
              <a:t>What if the user wants to omit only one of them?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50B311-2F19-D4A9-5A07-5CFC79F0D652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7776507" y="4482527"/>
            <a:ext cx="443802" cy="1042057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F106FE6-2116-5A24-4E02-B2CDF4E1702F}"/>
              </a:ext>
            </a:extLst>
          </p:cNvPr>
          <p:cNvSpPr txBox="1"/>
          <p:nvPr/>
        </p:nvSpPr>
        <p:spPr>
          <a:xfrm>
            <a:off x="6586650" y="2731662"/>
            <a:ext cx="3105665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Seems redundant to duplicate “arch” name when ther</a:t>
            </a:r>
            <a:r>
              <a:rPr lang="en-US" sz="1400" dirty="0">
                <a:solidFill>
                  <a:srgbClr val="FF0000"/>
                </a:solidFill>
              </a:rPr>
              <a:t>e is only one, so there is no “=</a:t>
            </a:r>
            <a:r>
              <a:rPr lang="en-US" sz="1400" dirty="0" err="1">
                <a:solidFill>
                  <a:srgbClr val="FF0000"/>
                </a:solidFill>
              </a:rPr>
              <a:t>xe-bmg</a:t>
            </a:r>
            <a:r>
              <a:rPr lang="en-US" sz="1400" dirty="0">
                <a:solidFill>
                  <a:srgbClr val="FF0000"/>
                </a:solidFill>
              </a:rPr>
              <a:t>” here.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6580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E99C0-7A82-607C-80AB-76B213F7C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85733-34FD-9D02-4EBD-E15AD990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3106" cy="1325563"/>
          </a:xfrm>
        </p:spPr>
        <p:txBody>
          <a:bodyPr/>
          <a:lstStyle/>
          <a:p>
            <a:r>
              <a:rPr lang="de-DE" sz="3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Separately controlling IR and native code</a:t>
            </a:r>
            <a:endParaRPr lang="en-US" sz="3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8733D-2982-B4C4-C7F0-C3F486836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94" y="1251466"/>
            <a:ext cx="10810612" cy="5055065"/>
          </a:xfrm>
        </p:spPr>
        <p:txBody>
          <a:bodyPr>
            <a:normAutofit/>
          </a:bodyPr>
          <a:lstStyle/>
          <a:p>
            <a:pPr lvl="1" defTabSz="2438338" rtl="0" hangingPunct="0"/>
            <a:r>
              <a:rPr lang="en-US" dirty="0" err="1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Nvcc</a:t>
            </a:r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 has this ability</a:t>
            </a:r>
          </a:p>
          <a:p>
            <a:pPr lvl="1" defTabSz="2438338" rtl="0" hangingPunct="0"/>
            <a:endParaRPr lang="en-US" dirty="0">
              <a:solidFill>
                <a:schemeClr val="tx2"/>
              </a:solidFill>
              <a:latin typeface="+mn-lt"/>
              <a:ea typeface="+mn-ea"/>
              <a:cs typeface="+mn-cs"/>
              <a:sym typeface="Helvetica Neue"/>
            </a:endParaRPr>
          </a:p>
          <a:p>
            <a:pPr lvl="1" defTabSz="2438338" rtl="0" hangingPunct="0"/>
            <a:endParaRPr lang="en-US" dirty="0">
              <a:solidFill>
                <a:schemeClr val="tx2"/>
              </a:solidFill>
              <a:latin typeface="+mn-lt"/>
              <a:ea typeface="+mn-ea"/>
              <a:cs typeface="+mn-cs"/>
              <a:sym typeface="Helvetica Neue"/>
            </a:endParaRPr>
          </a:p>
          <a:p>
            <a:pPr lvl="1" defTabSz="2438338" rtl="0" hangingPunct="0"/>
            <a:endParaRPr lang="en-US" dirty="0">
              <a:solidFill>
                <a:schemeClr val="tx2"/>
              </a:solidFill>
              <a:latin typeface="+mn-lt"/>
              <a:ea typeface="+mn-ea"/>
              <a:cs typeface="+mn-cs"/>
              <a:sym typeface="Helvetica Neue"/>
            </a:endParaRPr>
          </a:p>
          <a:p>
            <a:pPr lvl="1" defTabSz="2438338" rtl="0" hangingPunct="0"/>
            <a:r>
              <a:rPr lang="en-US" dirty="0" err="1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PyTorch</a:t>
            </a:r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CMake</a:t>
            </a:r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 file can compile this way</a:t>
            </a:r>
          </a:p>
          <a:p>
            <a:pPr lvl="2" defTabSz="2438338" rtl="0" hangingPunct="0"/>
            <a:r>
              <a:rPr lang="en-US" dirty="0">
                <a:solidFill>
                  <a:schemeClr val="tx2"/>
                </a:solidFill>
                <a:latin typeface="+mn-lt"/>
                <a:ea typeface="+mn-ea"/>
                <a:cs typeface="+mn-cs"/>
                <a:sym typeface="Helvetica Neue"/>
              </a:rPr>
              <a:t>Unclear if it is commonly used, though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045946-109E-3D18-80D6-308573E46BAF}"/>
              </a:ext>
            </a:extLst>
          </p:cNvPr>
          <p:cNvSpPr txBox="1"/>
          <p:nvPr/>
        </p:nvSpPr>
        <p:spPr>
          <a:xfrm>
            <a:off x="1258332" y="1761073"/>
            <a:ext cx="9936889" cy="406265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</a:t>
            </a:r>
            <a:r>
              <a:rPr lang="en-US" sz="1600" dirty="0" err="1">
                <a:latin typeface="Consolas"/>
                <a:ea typeface="Calibri"/>
              </a:rPr>
              <a:t>nvcc</a:t>
            </a:r>
            <a:r>
              <a:rPr lang="en-US" sz="1600" dirty="0">
                <a:latin typeface="Consolas"/>
                <a:ea typeface="Calibri"/>
              </a:rPr>
              <a:t> –</a:t>
            </a:r>
            <a:r>
              <a:rPr lang="en-US" sz="1600" dirty="0" err="1">
                <a:latin typeface="Consolas"/>
                <a:ea typeface="Calibri"/>
              </a:rPr>
              <a:t>gencode</a:t>
            </a:r>
            <a:r>
              <a:rPr lang="en-US" sz="1600" dirty="0">
                <a:latin typeface="Consolas"/>
                <a:ea typeface="Calibri"/>
              </a:rPr>
              <a:t>=arch=compute_75,code=sm_75 –</a:t>
            </a:r>
            <a:r>
              <a:rPr lang="en-US" sz="1600" dirty="0" err="1">
                <a:latin typeface="Consolas"/>
                <a:ea typeface="Calibri"/>
              </a:rPr>
              <a:t>gencode</a:t>
            </a:r>
            <a:r>
              <a:rPr lang="en-US" sz="1600" dirty="0">
                <a:latin typeface="Consolas"/>
                <a:ea typeface="Calibri"/>
              </a:rPr>
              <a:t>=arch=compute_75,code=sm_80 cuda.cu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63E44-B9BD-4EFE-57B4-5E761D721A45}"/>
              </a:ext>
            </a:extLst>
          </p:cNvPr>
          <p:cNvSpPr txBox="1"/>
          <p:nvPr/>
        </p:nvSpPr>
        <p:spPr>
          <a:xfrm>
            <a:off x="2194966" y="2191905"/>
            <a:ext cx="6589035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Nvcc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compiles CUDA kernel code to PTX at compute capability “compute_75”</a:t>
            </a:r>
          </a:p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>
                <a:solidFill>
                  <a:srgbClr val="FF0000"/>
                </a:solidFill>
              </a:rPr>
              <a:t>Runs </a:t>
            </a:r>
            <a:r>
              <a:rPr lang="en-US" sz="1400" dirty="0" err="1">
                <a:solidFill>
                  <a:srgbClr val="FF0000"/>
                </a:solidFill>
              </a:rPr>
              <a:t>ptxas</a:t>
            </a:r>
            <a:r>
              <a:rPr lang="en-US" sz="1400" dirty="0">
                <a:solidFill>
                  <a:srgbClr val="FF0000"/>
                </a:solidFill>
              </a:rPr>
              <a:t> to generate both sm_75 and sm_80 SASS from that PTX</a:t>
            </a:r>
          </a:p>
          <a:p>
            <a:pPr marL="182880" marR="0" indent="-18288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>
                <a:solidFill>
                  <a:srgbClr val="FF0000"/>
                </a:solidFill>
              </a:rPr>
              <a:t>Embeds both SASS images in fat object</a:t>
            </a:r>
          </a:p>
        </p:txBody>
      </p:sp>
    </p:spTree>
    <p:extLst>
      <p:ext uri="{BB962C8B-B14F-4D97-AF65-F5344CB8AC3E}">
        <p14:creationId xmlns:p14="http://schemas.microsoft.com/office/powerpoint/2010/main" val="3938417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ABDA-B18E-54C9-DE81-75B4C6B4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8EA36-7A7D-F915-B0EA-D4EC7DF4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3106" cy="1325563"/>
          </a:xfrm>
        </p:spPr>
        <p:txBody>
          <a:bodyPr/>
          <a:lstStyle/>
          <a:p>
            <a:r>
              <a:rPr lang="de-DE" sz="3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Proposal #3: Fine control over IR and native code generation</a:t>
            </a:r>
            <a:endParaRPr lang="en-US" sz="3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44EFF-60A6-55CB-AF08-11979397BE7C}"/>
              </a:ext>
            </a:extLst>
          </p:cNvPr>
          <p:cNvSpPr txBox="1"/>
          <p:nvPr/>
        </p:nvSpPr>
        <p:spPr>
          <a:xfrm>
            <a:off x="838200" y="2490030"/>
            <a:ext cx="9623854" cy="406265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clang++ -</a:t>
            </a:r>
            <a:r>
              <a:rPr lang="en-US" sz="1600" dirty="0" err="1">
                <a:latin typeface="Consolas"/>
                <a:ea typeface="Calibri"/>
              </a:rPr>
              <a:t>fsycl</a:t>
            </a:r>
            <a:r>
              <a:rPr lang="en-US" sz="1600" dirty="0">
                <a:latin typeface="Consolas"/>
                <a:ea typeface="Calibri"/>
              </a:rPr>
              <a:t> -c </a:t>
            </a:r>
            <a:r>
              <a:rPr lang="en-US" sz="1600" b="1" dirty="0">
                <a:latin typeface="Consolas"/>
                <a:ea typeface="Calibri"/>
              </a:rPr>
              <a:t>--offload-</a:t>
            </a:r>
            <a:r>
              <a:rPr lang="en-US" sz="1600" b="1" dirty="0" err="1">
                <a:latin typeface="Consolas"/>
                <a:ea typeface="Calibri"/>
              </a:rPr>
              <a:t>gencode</a:t>
            </a:r>
            <a:r>
              <a:rPr lang="en-US" sz="1600" dirty="0">
                <a:latin typeface="Consolas"/>
                <a:ea typeface="Calibri"/>
              </a:rPr>
              <a:t>=arch=igca_20,code=</a:t>
            </a:r>
            <a:r>
              <a:rPr lang="en-US" sz="1600" dirty="0" err="1">
                <a:latin typeface="Consolas"/>
                <a:ea typeface="Calibri"/>
              </a:rPr>
              <a:t>xe-bmg,code</a:t>
            </a:r>
            <a:r>
              <a:rPr lang="en-US" sz="1600" dirty="0">
                <a:latin typeface="Consolas"/>
                <a:ea typeface="Calibri"/>
              </a:rPr>
              <a:t>=xe-dg2 sycl.cpp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7B96C-3405-EBF0-1EC8-5A18C7D00BA4}"/>
              </a:ext>
            </a:extLst>
          </p:cNvPr>
          <p:cNvSpPr txBox="1"/>
          <p:nvPr/>
        </p:nvSpPr>
        <p:spPr>
          <a:xfrm>
            <a:off x="3803812" y="1574000"/>
            <a:ext cx="2823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Compile SYCL code to “igca_20” IR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FECBB7-857C-D504-4141-A6EEFD98BAB9}"/>
              </a:ext>
            </a:extLst>
          </p:cNvPr>
          <p:cNvSpPr/>
          <p:nvPr/>
        </p:nvSpPr>
        <p:spPr>
          <a:xfrm>
            <a:off x="5165123" y="2573010"/>
            <a:ext cx="1334531" cy="228927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869EA8-D943-4F71-59A3-3A49A0FCA9D7}"/>
              </a:ext>
            </a:extLst>
          </p:cNvPr>
          <p:cNvCxnSpPr>
            <a:cxnSpLocks/>
          </p:cNvCxnSpPr>
          <p:nvPr/>
        </p:nvCxnSpPr>
        <p:spPr>
          <a:xfrm>
            <a:off x="5396462" y="1815873"/>
            <a:ext cx="285376" cy="692219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48EBDEF-4E1E-CF44-F96E-DB5A8B98B375}"/>
              </a:ext>
            </a:extLst>
          </p:cNvPr>
          <p:cNvSpPr txBox="1"/>
          <p:nvPr/>
        </p:nvSpPr>
        <p:spPr>
          <a:xfrm>
            <a:off x="6907536" y="1876971"/>
            <a:ext cx="3554518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Run “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ocloc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” to generate both 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xe-bmg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and xe-dg2 native device code from that IR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52D103-5109-4A4E-DE5E-3A985075DF20}"/>
              </a:ext>
            </a:extLst>
          </p:cNvPr>
          <p:cNvCxnSpPr>
            <a:cxnSpLocks/>
          </p:cNvCxnSpPr>
          <p:nvPr/>
        </p:nvCxnSpPr>
        <p:spPr>
          <a:xfrm>
            <a:off x="7786613" y="2307858"/>
            <a:ext cx="0" cy="211120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26DB7F0-5271-AB62-6E6B-E422810DC6DE}"/>
              </a:ext>
            </a:extLst>
          </p:cNvPr>
          <p:cNvSpPr/>
          <p:nvPr/>
        </p:nvSpPr>
        <p:spPr>
          <a:xfrm>
            <a:off x="6599584" y="2573010"/>
            <a:ext cx="2582660" cy="228927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028CEA-A95E-ACD1-48D4-528EE1058D00}"/>
              </a:ext>
            </a:extLst>
          </p:cNvPr>
          <p:cNvSpPr txBox="1"/>
          <p:nvPr/>
        </p:nvSpPr>
        <p:spPr>
          <a:xfrm>
            <a:off x="838200" y="3680571"/>
            <a:ext cx="10436258" cy="627864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clang++ -</a:t>
            </a:r>
            <a:r>
              <a:rPr lang="en-US" sz="1600" dirty="0" err="1">
                <a:latin typeface="Consolas"/>
                <a:ea typeface="Calibri"/>
              </a:rPr>
              <a:t>fsycl</a:t>
            </a:r>
            <a:r>
              <a:rPr lang="en-US" sz="1600" dirty="0">
                <a:latin typeface="Consolas"/>
                <a:ea typeface="Calibri"/>
              </a:rPr>
              <a:t> -c --offload-</a:t>
            </a:r>
            <a:r>
              <a:rPr lang="en-US" sz="1600" dirty="0" err="1">
                <a:latin typeface="Consolas"/>
                <a:ea typeface="Calibri"/>
              </a:rPr>
              <a:t>gencode</a:t>
            </a:r>
            <a:r>
              <a:rPr lang="en-US" sz="1600" dirty="0">
                <a:latin typeface="Consolas"/>
                <a:ea typeface="Calibri"/>
              </a:rPr>
              <a:t>=arch=igca_20,code=</a:t>
            </a:r>
            <a:r>
              <a:rPr lang="en-US" sz="1600" dirty="0" err="1">
                <a:latin typeface="Consolas"/>
                <a:ea typeface="Calibri"/>
              </a:rPr>
              <a:t>xe-bmg,code</a:t>
            </a:r>
            <a:r>
              <a:rPr lang="en-US" sz="1600" dirty="0">
                <a:latin typeface="Consolas"/>
                <a:ea typeface="Calibri"/>
              </a:rPr>
              <a:t>=xe-dg2 \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                    --offload-</a:t>
            </a:r>
            <a:r>
              <a:rPr lang="en-US" sz="1600" dirty="0" err="1">
                <a:latin typeface="Consolas"/>
                <a:ea typeface="Calibri"/>
              </a:rPr>
              <a:t>gencode</a:t>
            </a:r>
            <a:r>
              <a:rPr lang="en-US" sz="1600" dirty="0">
                <a:latin typeface="Consolas"/>
                <a:ea typeface="Calibri"/>
              </a:rPr>
              <a:t>=arch=igca_50,code=</a:t>
            </a:r>
            <a:r>
              <a:rPr lang="en-US" sz="1600" dirty="0" err="1">
                <a:latin typeface="Consolas"/>
                <a:ea typeface="Calibri"/>
              </a:rPr>
              <a:t>xe</a:t>
            </a:r>
            <a:r>
              <a:rPr lang="en-US" sz="1600" dirty="0">
                <a:latin typeface="Consolas"/>
                <a:ea typeface="Calibri"/>
              </a:rPr>
              <a:t>-</a:t>
            </a:r>
            <a:r>
              <a:rPr lang="en-US" sz="1600" dirty="0" err="1">
                <a:latin typeface="Consolas"/>
                <a:ea typeface="Calibri"/>
              </a:rPr>
              <a:t>ptl,no</a:t>
            </a:r>
            <a:r>
              <a:rPr lang="en-US" sz="1600" dirty="0">
                <a:latin typeface="Consolas"/>
                <a:ea typeface="Calibri"/>
              </a:rPr>
              <a:t>-embed-</a:t>
            </a:r>
            <a:r>
              <a:rPr lang="en-US" sz="1600" dirty="0" err="1">
                <a:latin typeface="Consolas"/>
                <a:ea typeface="Calibri"/>
              </a:rPr>
              <a:t>ir</a:t>
            </a:r>
            <a:r>
              <a:rPr lang="en-US" sz="1600" dirty="0">
                <a:latin typeface="Consolas"/>
                <a:ea typeface="Calibri"/>
              </a:rPr>
              <a:t> sycl.cpp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4E225-9393-23F2-4A31-3CE0BB00C068}"/>
              </a:ext>
            </a:extLst>
          </p:cNvPr>
          <p:cNvSpPr txBox="1"/>
          <p:nvPr/>
        </p:nvSpPr>
        <p:spPr>
          <a:xfrm>
            <a:off x="1822661" y="4661824"/>
            <a:ext cx="396230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The “--offload-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gencode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” option can be repeated.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FF0000"/>
                </a:solidFill>
              </a:rPr>
              <a:t>The “code=“ parameters apply only to IR in same “--offload-</a:t>
            </a:r>
            <a:r>
              <a:rPr lang="en-US" sz="1400" dirty="0" err="1">
                <a:solidFill>
                  <a:srgbClr val="FF0000"/>
                </a:solidFill>
              </a:rPr>
              <a:t>gencode</a:t>
            </a:r>
            <a:r>
              <a:rPr lang="en-US" sz="1400" dirty="0">
                <a:solidFill>
                  <a:srgbClr val="FF0000"/>
                </a:solidFill>
              </a:rPr>
              <a:t>” option.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5B5A7D-10D7-FD6A-19BA-4B14FAA1C83E}"/>
              </a:ext>
            </a:extLst>
          </p:cNvPr>
          <p:cNvSpPr txBox="1"/>
          <p:nvPr/>
        </p:nvSpPr>
        <p:spPr>
          <a:xfrm>
            <a:off x="6907536" y="4661823"/>
            <a:ext cx="4366922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This parameter says that IR is not embedded.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FF0000"/>
                </a:solidFill>
              </a:rPr>
              <a:t>Applies only to IR in same “--offload-</a:t>
            </a:r>
            <a:r>
              <a:rPr lang="en-US" sz="1400" dirty="0" err="1">
                <a:solidFill>
                  <a:srgbClr val="FF0000"/>
                </a:solidFill>
              </a:rPr>
              <a:t>gencode</a:t>
            </a:r>
            <a:r>
              <a:rPr lang="en-US" sz="1400" dirty="0">
                <a:solidFill>
                  <a:srgbClr val="FF0000"/>
                </a:solidFill>
              </a:rPr>
              <a:t>” option.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99DF9A-8311-54D6-DA17-4A57CC4CC122}"/>
              </a:ext>
            </a:extLst>
          </p:cNvPr>
          <p:cNvSpPr/>
          <p:nvPr/>
        </p:nvSpPr>
        <p:spPr>
          <a:xfrm>
            <a:off x="7909769" y="3994503"/>
            <a:ext cx="1272476" cy="228927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528C85F-B57D-F2AA-38A8-CA5A5ED10929}"/>
              </a:ext>
            </a:extLst>
          </p:cNvPr>
          <p:cNvCxnSpPr>
            <a:cxnSpLocks/>
          </p:cNvCxnSpPr>
          <p:nvPr/>
        </p:nvCxnSpPr>
        <p:spPr>
          <a:xfrm flipV="1">
            <a:off x="3518436" y="4223430"/>
            <a:ext cx="374834" cy="438393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96CD421-13E8-1096-8765-56EB2228BE71}"/>
              </a:ext>
            </a:extLst>
          </p:cNvPr>
          <p:cNvCxnSpPr>
            <a:cxnSpLocks/>
          </p:cNvCxnSpPr>
          <p:nvPr/>
        </p:nvCxnSpPr>
        <p:spPr>
          <a:xfrm flipH="1" flipV="1">
            <a:off x="8546007" y="4265932"/>
            <a:ext cx="226713" cy="353388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89952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49642-61FC-3574-C0F3-51538481B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8DE57-1B54-472D-F745-6675088B2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3106" cy="1325563"/>
          </a:xfrm>
        </p:spPr>
        <p:txBody>
          <a:bodyPr/>
          <a:lstStyle/>
          <a:p>
            <a:r>
              <a:rPr lang="de-DE" sz="3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Full list of options</a:t>
            </a:r>
            <a:endParaRPr lang="en-US" sz="3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328E8E-5CC1-693F-ADAD-F7604917857C}"/>
              </a:ext>
            </a:extLst>
          </p:cNvPr>
          <p:cNvSpPr txBox="1"/>
          <p:nvPr/>
        </p:nvSpPr>
        <p:spPr>
          <a:xfrm>
            <a:off x="838200" y="1690688"/>
            <a:ext cx="5257800" cy="406265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--offload-arch=</a:t>
            </a:r>
            <a:r>
              <a:rPr lang="en-US" sz="1600" dirty="0" err="1">
                <a:latin typeface="Consolas"/>
                <a:ea typeface="Calibri"/>
              </a:rPr>
              <a:t>IR_or_DEVICE</a:t>
            </a:r>
            <a:r>
              <a:rPr lang="en-US" sz="1600" dirty="0">
                <a:latin typeface="Consolas"/>
                <a:ea typeface="Calibri"/>
              </a:rPr>
              <a:t>[,</a:t>
            </a:r>
            <a:r>
              <a:rPr lang="en-US" sz="1600" dirty="0" err="1">
                <a:latin typeface="Consolas"/>
                <a:ea typeface="Calibri"/>
              </a:rPr>
              <a:t>IR_or_DEVICE</a:t>
            </a:r>
            <a:r>
              <a:rPr lang="en-US" sz="1600" dirty="0">
                <a:latin typeface="Consolas"/>
                <a:ea typeface="Calibri"/>
              </a:rPr>
              <a:t>...]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BEDB9-8567-1393-004D-9D8F8B3C170B}"/>
              </a:ext>
            </a:extLst>
          </p:cNvPr>
          <p:cNvSpPr txBox="1"/>
          <p:nvPr/>
        </p:nvSpPr>
        <p:spPr>
          <a:xfrm>
            <a:off x="838200" y="3549342"/>
            <a:ext cx="9623854" cy="406265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--offload-</a:t>
            </a:r>
            <a:r>
              <a:rPr lang="en-US" sz="1600" dirty="0" err="1">
                <a:latin typeface="Consolas"/>
                <a:ea typeface="Calibri"/>
              </a:rPr>
              <a:t>gencode</a:t>
            </a:r>
            <a:r>
              <a:rPr lang="en-US" sz="1600" dirty="0">
                <a:latin typeface="Consolas"/>
                <a:ea typeface="Calibri"/>
              </a:rPr>
              <a:t>=arch=IR[,code=DEVICE[,code=DEVICE...]][</a:t>
            </a:r>
            <a:r>
              <a:rPr lang="en-US" sz="1600" dirty="0" err="1">
                <a:latin typeface="Consolas"/>
                <a:ea typeface="Calibri"/>
              </a:rPr>
              <a:t>no-embed-ir|embed_ir</a:t>
            </a:r>
            <a:r>
              <a:rPr lang="en-US" sz="1600" dirty="0">
                <a:latin typeface="Consolas"/>
                <a:ea typeface="Calibri"/>
              </a:rPr>
              <a:t>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BE9B30-6758-34ED-AB8C-608C070FA9CC}"/>
              </a:ext>
            </a:extLst>
          </p:cNvPr>
          <p:cNvSpPr txBox="1"/>
          <p:nvPr/>
        </p:nvSpPr>
        <p:spPr>
          <a:xfrm>
            <a:off x="838200" y="4587861"/>
            <a:ext cx="2555449" cy="627864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--offload-no-embed-</a:t>
            </a:r>
            <a:r>
              <a:rPr lang="en-US" sz="1600" dirty="0" err="1">
                <a:latin typeface="Consolas"/>
                <a:ea typeface="Calibri"/>
              </a:rPr>
              <a:t>ir</a:t>
            </a:r>
            <a:endParaRPr lang="en-US" sz="1600" dirty="0">
              <a:latin typeface="Consolas"/>
              <a:ea typeface="Calibri"/>
            </a:endParaRPr>
          </a:p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--offload-embed-</a:t>
            </a:r>
            <a:r>
              <a:rPr lang="en-US" sz="1600" dirty="0" err="1">
                <a:latin typeface="Consolas"/>
                <a:ea typeface="Calibri"/>
              </a:rPr>
              <a:t>ir</a:t>
            </a:r>
            <a:endParaRPr lang="en-US" sz="1600" dirty="0">
              <a:latin typeface="Consolas"/>
              <a:ea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E19564-F686-6F3D-DD57-ED3E21BE54CD}"/>
              </a:ext>
            </a:extLst>
          </p:cNvPr>
          <p:cNvSpPr txBox="1"/>
          <p:nvPr/>
        </p:nvSpPr>
        <p:spPr>
          <a:xfrm>
            <a:off x="838200" y="5220476"/>
            <a:ext cx="3960043" cy="406265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--offload-code=DEVICE[,DEVICE...]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41635-2E2F-4B66-2AF0-F675714A44F4}"/>
              </a:ext>
            </a:extLst>
          </p:cNvPr>
          <p:cNvSpPr txBox="1"/>
          <p:nvPr/>
        </p:nvSpPr>
        <p:spPr>
          <a:xfrm>
            <a:off x="7244597" y="1667855"/>
            <a:ext cx="2823516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Expan</a:t>
            </a:r>
            <a:r>
              <a:rPr lang="en-US" sz="1400" dirty="0">
                <a:solidFill>
                  <a:srgbClr val="FF0000"/>
                </a:solidFill>
              </a:rPr>
              <a:t>d existing option to allow either IR name or DEVICE name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61D068-2346-E14F-D6FF-56D8F1AEF919}"/>
              </a:ext>
            </a:extLst>
          </p:cNvPr>
          <p:cNvCxnSpPr>
            <a:cxnSpLocks/>
            <a:stCxn id="7" idx="1"/>
            <a:endCxn id="4" idx="3"/>
          </p:cNvCxnSpPr>
          <p:nvPr/>
        </p:nvCxnSpPr>
        <p:spPr>
          <a:xfrm flipH="1">
            <a:off x="6096000" y="1883299"/>
            <a:ext cx="1148597" cy="0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660B2B-3C0D-6762-1293-62C65E08E855}"/>
              </a:ext>
            </a:extLst>
          </p:cNvPr>
          <p:cNvSpPr txBox="1"/>
          <p:nvPr/>
        </p:nvSpPr>
        <p:spPr>
          <a:xfrm>
            <a:off x="2881560" y="2625516"/>
            <a:ext cx="2823516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New option provides fine control over IR and native code generation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07B0FD-B5EB-AFDF-1778-8AD778FD10ED}"/>
              </a:ext>
            </a:extLst>
          </p:cNvPr>
          <p:cNvCxnSpPr>
            <a:cxnSpLocks/>
          </p:cNvCxnSpPr>
          <p:nvPr/>
        </p:nvCxnSpPr>
        <p:spPr>
          <a:xfrm flipH="1">
            <a:off x="2686641" y="3100582"/>
            <a:ext cx="345749" cy="460307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1CBC982-8D40-83BF-69A2-D9AAE09CCAF3}"/>
              </a:ext>
            </a:extLst>
          </p:cNvPr>
          <p:cNvSpPr txBox="1"/>
          <p:nvPr/>
        </p:nvSpPr>
        <p:spPr>
          <a:xfrm>
            <a:off x="5832838" y="4867342"/>
            <a:ext cx="4629215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Convenience options when there is a single parameter to “--offload-arch”.</a:t>
            </a:r>
            <a:b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</a:b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Could drop these and use “--offload-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gencode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” instead.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8FC9C1-9B79-A6CB-C604-2B6DF4DF09C3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798243" y="5190507"/>
            <a:ext cx="1034595" cy="1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00026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D9C1D-B860-295A-04A5-6436EA89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6153-160D-A324-EF63-B31A52DA6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3106" cy="1325563"/>
          </a:xfrm>
        </p:spPr>
        <p:txBody>
          <a:bodyPr/>
          <a:lstStyle/>
          <a:p>
            <a:r>
              <a:rPr lang="de-DE" sz="3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Alternate option syntax (1)</a:t>
            </a:r>
            <a:endParaRPr lang="en-US" sz="3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1CB4D-6222-A245-C32A-762C38354B14}"/>
              </a:ext>
            </a:extLst>
          </p:cNvPr>
          <p:cNvSpPr txBox="1"/>
          <p:nvPr/>
        </p:nvSpPr>
        <p:spPr>
          <a:xfrm>
            <a:off x="1065049" y="3739174"/>
            <a:ext cx="7466210" cy="1071062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clang++ -</a:t>
            </a:r>
            <a:r>
              <a:rPr lang="en-US" sz="1600" dirty="0" err="1">
                <a:latin typeface="Consolas"/>
                <a:ea typeface="Calibri"/>
              </a:rPr>
              <a:t>fsycl</a:t>
            </a:r>
            <a:r>
              <a:rPr lang="en-US" sz="1600" dirty="0">
                <a:latin typeface="Consolas"/>
                <a:ea typeface="Calibri"/>
              </a:rPr>
              <a:t> -c --offload-arch=igca_20,igca_50 \</a:t>
            </a:r>
            <a:br>
              <a:rPr lang="en-US" sz="1600" dirty="0">
                <a:latin typeface="Consolas"/>
                <a:ea typeface="Calibri"/>
              </a:rPr>
            </a:br>
            <a:r>
              <a:rPr lang="en-US" sz="1600" dirty="0">
                <a:latin typeface="Consolas"/>
                <a:ea typeface="Calibri"/>
              </a:rPr>
              <a:t>                    --offload-code_igca_20=</a:t>
            </a:r>
            <a:r>
              <a:rPr lang="en-US" sz="1600" dirty="0" err="1">
                <a:latin typeface="Consolas"/>
                <a:ea typeface="Calibri"/>
              </a:rPr>
              <a:t>xe-bmg,code</a:t>
            </a:r>
            <a:r>
              <a:rPr lang="en-US" sz="1600" dirty="0">
                <a:latin typeface="Consolas"/>
                <a:ea typeface="Calibri"/>
              </a:rPr>
              <a:t>=xe-dg2 \</a:t>
            </a:r>
            <a:br>
              <a:rPr lang="en-US" sz="1600" b="1" dirty="0">
                <a:latin typeface="Consolas"/>
                <a:ea typeface="Calibri"/>
              </a:rPr>
            </a:br>
            <a:r>
              <a:rPr lang="en-US" sz="1600" b="1" dirty="0">
                <a:latin typeface="Consolas"/>
                <a:ea typeface="Calibri"/>
              </a:rPr>
              <a:t>                    </a:t>
            </a:r>
            <a:r>
              <a:rPr lang="en-US" sz="1600" dirty="0">
                <a:latin typeface="Consolas"/>
                <a:ea typeface="Calibri"/>
              </a:rPr>
              <a:t>--offload-code_igca_50=</a:t>
            </a:r>
            <a:r>
              <a:rPr lang="en-US" sz="1600" dirty="0" err="1">
                <a:latin typeface="Consolas"/>
                <a:ea typeface="Calibri"/>
              </a:rPr>
              <a:t>xe-ptl</a:t>
            </a:r>
            <a:r>
              <a:rPr lang="en-US" sz="1600" dirty="0">
                <a:latin typeface="Consolas"/>
                <a:ea typeface="Calibri"/>
              </a:rPr>
              <a:t> \</a:t>
            </a:r>
            <a:br>
              <a:rPr lang="en-US" sz="1600" dirty="0">
                <a:latin typeface="Consolas"/>
                <a:ea typeface="Calibri"/>
              </a:rPr>
            </a:br>
            <a:r>
              <a:rPr lang="en-US" sz="1600" dirty="0">
                <a:latin typeface="Consolas"/>
                <a:ea typeface="Calibri"/>
              </a:rPr>
              <a:t>                    --offload-no-embed-ir_igca_50 sycl.cpp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F135D-AD30-8A0A-711E-B7F978C57C61}"/>
              </a:ext>
            </a:extLst>
          </p:cNvPr>
          <p:cNvSpPr txBox="1"/>
          <p:nvPr/>
        </p:nvSpPr>
        <p:spPr>
          <a:xfrm>
            <a:off x="1065048" y="1817128"/>
            <a:ext cx="9483546" cy="627864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clang++ -</a:t>
            </a:r>
            <a:r>
              <a:rPr lang="en-US" sz="1600" dirty="0" err="1">
                <a:latin typeface="Consolas"/>
                <a:ea typeface="Calibri"/>
              </a:rPr>
              <a:t>fsycl</a:t>
            </a:r>
            <a:r>
              <a:rPr lang="en-US" sz="1600" dirty="0">
                <a:latin typeface="Consolas"/>
                <a:ea typeface="Calibri"/>
              </a:rPr>
              <a:t> -c --offload-</a:t>
            </a:r>
            <a:r>
              <a:rPr lang="en-US" sz="1600" dirty="0" err="1">
                <a:latin typeface="Consolas"/>
                <a:ea typeface="Calibri"/>
              </a:rPr>
              <a:t>gencode</a:t>
            </a:r>
            <a:r>
              <a:rPr lang="en-US" sz="1600" dirty="0">
                <a:latin typeface="Consolas"/>
                <a:ea typeface="Calibri"/>
              </a:rPr>
              <a:t>=arch=igca_20,code=</a:t>
            </a:r>
            <a:r>
              <a:rPr lang="en-US" sz="1600" dirty="0" err="1">
                <a:latin typeface="Consolas"/>
                <a:ea typeface="Calibri"/>
              </a:rPr>
              <a:t>xe-bmg,code</a:t>
            </a:r>
            <a:r>
              <a:rPr lang="en-US" sz="1600" dirty="0">
                <a:latin typeface="Consolas"/>
                <a:ea typeface="Calibri"/>
              </a:rPr>
              <a:t>=xe-dg2 \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                    --offload-</a:t>
            </a:r>
            <a:r>
              <a:rPr lang="en-US" sz="1600" dirty="0" err="1">
                <a:latin typeface="Consolas"/>
                <a:ea typeface="Calibri"/>
              </a:rPr>
              <a:t>gencode</a:t>
            </a:r>
            <a:r>
              <a:rPr lang="en-US" sz="1600" dirty="0">
                <a:latin typeface="Consolas"/>
                <a:ea typeface="Calibri"/>
              </a:rPr>
              <a:t>=arch=igca_50,code=</a:t>
            </a:r>
            <a:r>
              <a:rPr lang="en-US" sz="1600" dirty="0" err="1">
                <a:latin typeface="Consolas"/>
                <a:ea typeface="Calibri"/>
              </a:rPr>
              <a:t>xe</a:t>
            </a:r>
            <a:r>
              <a:rPr lang="en-US" sz="1600" dirty="0">
                <a:latin typeface="Consolas"/>
                <a:ea typeface="Calibri"/>
              </a:rPr>
              <a:t>-</a:t>
            </a:r>
            <a:r>
              <a:rPr lang="en-US" sz="1600" dirty="0" err="1">
                <a:latin typeface="Consolas"/>
                <a:ea typeface="Calibri"/>
              </a:rPr>
              <a:t>ptl,no</a:t>
            </a:r>
            <a:r>
              <a:rPr lang="en-US" sz="1600" dirty="0">
                <a:latin typeface="Consolas"/>
                <a:ea typeface="Calibri"/>
              </a:rPr>
              <a:t>-embed-</a:t>
            </a:r>
            <a:r>
              <a:rPr lang="en-US" sz="1600" dirty="0" err="1">
                <a:latin typeface="Consolas"/>
                <a:ea typeface="Calibri"/>
              </a:rPr>
              <a:t>ir</a:t>
            </a:r>
            <a:r>
              <a:rPr lang="en-US" sz="1600" dirty="0">
                <a:latin typeface="Consolas"/>
                <a:ea typeface="Calibri"/>
              </a:rPr>
              <a:t> sycl.cpp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203ABB-E81F-9260-ED0B-643C59C3042F}"/>
              </a:ext>
            </a:extLst>
          </p:cNvPr>
          <p:cNvSpPr txBox="1"/>
          <p:nvPr/>
        </p:nvSpPr>
        <p:spPr>
          <a:xfrm>
            <a:off x="6586294" y="1239385"/>
            <a:ext cx="2823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Proposed syntax (for comparis</a:t>
            </a:r>
            <a:r>
              <a:rPr lang="en-US" sz="1400" dirty="0">
                <a:solidFill>
                  <a:srgbClr val="FF0000"/>
                </a:solidFill>
              </a:rPr>
              <a:t>on)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EC2B08-CCB8-184E-E002-69869F966B4D}"/>
              </a:ext>
            </a:extLst>
          </p:cNvPr>
          <p:cNvCxnSpPr>
            <a:cxnSpLocks/>
          </p:cNvCxnSpPr>
          <p:nvPr/>
        </p:nvCxnSpPr>
        <p:spPr>
          <a:xfrm flipH="1">
            <a:off x="6815581" y="1454829"/>
            <a:ext cx="345749" cy="460307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62FCE05-893A-A94E-1012-917DBF987F9D}"/>
              </a:ext>
            </a:extLst>
          </p:cNvPr>
          <p:cNvSpPr txBox="1"/>
          <p:nvPr/>
        </p:nvSpPr>
        <p:spPr>
          <a:xfrm>
            <a:off x="4900466" y="3356721"/>
            <a:ext cx="4017289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Alternate syntax: List all IRs with “--offload-arch”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B4B1EF-B601-75AC-EE3F-219BB3159808}"/>
              </a:ext>
            </a:extLst>
          </p:cNvPr>
          <p:cNvSpPr/>
          <p:nvPr/>
        </p:nvSpPr>
        <p:spPr>
          <a:xfrm>
            <a:off x="5064777" y="3826777"/>
            <a:ext cx="1675388" cy="228927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642B11-3B7C-A355-C7ED-06863FA5A134}"/>
              </a:ext>
            </a:extLst>
          </p:cNvPr>
          <p:cNvSpPr/>
          <p:nvPr/>
        </p:nvSpPr>
        <p:spPr>
          <a:xfrm>
            <a:off x="4909893" y="4274705"/>
            <a:ext cx="915872" cy="228927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735068-0DD1-AFF1-EDEB-1DE763AB2528}"/>
              </a:ext>
            </a:extLst>
          </p:cNvPr>
          <p:cNvCxnSpPr>
            <a:cxnSpLocks/>
          </p:cNvCxnSpPr>
          <p:nvPr/>
        </p:nvCxnSpPr>
        <p:spPr>
          <a:xfrm flipH="1">
            <a:off x="5750251" y="3553311"/>
            <a:ext cx="152220" cy="274960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517980C-00BE-D7C9-D69E-6AED3C0EE163}"/>
              </a:ext>
            </a:extLst>
          </p:cNvPr>
          <p:cNvSpPr txBox="1"/>
          <p:nvPr/>
        </p:nvSpPr>
        <p:spPr>
          <a:xfrm>
            <a:off x="4959700" y="4963300"/>
            <a:ext cx="5588894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Use option suffix “_IR” to correlate “--offload-code” to a specific IR.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FF0000"/>
                </a:solidFill>
              </a:rPr>
              <a:t>Similar to “-</a:t>
            </a:r>
            <a:r>
              <a:rPr lang="en-US" sz="1400" dirty="0" err="1">
                <a:solidFill>
                  <a:srgbClr val="FF0000"/>
                </a:solidFill>
              </a:rPr>
              <a:t>Xarch</a:t>
            </a:r>
            <a:r>
              <a:rPr lang="en-US" sz="1400" dirty="0">
                <a:solidFill>
                  <a:srgbClr val="FF0000"/>
                </a:solidFill>
              </a:rPr>
              <a:t>_&lt;arch&gt;” syntax.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8507BB-1EF2-C9AF-7B7E-7B92C235C2C2}"/>
              </a:ext>
            </a:extLst>
          </p:cNvPr>
          <p:cNvCxnSpPr>
            <a:cxnSpLocks/>
          </p:cNvCxnSpPr>
          <p:nvPr/>
        </p:nvCxnSpPr>
        <p:spPr>
          <a:xfrm flipH="1" flipV="1">
            <a:off x="5561814" y="4536407"/>
            <a:ext cx="245007" cy="420941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15469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137F5-8F62-A1A7-1C6E-9A9BF178E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10087-7F85-D815-5401-896B00321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3106" cy="1325563"/>
          </a:xfrm>
        </p:spPr>
        <p:txBody>
          <a:bodyPr/>
          <a:lstStyle/>
          <a:p>
            <a:r>
              <a:rPr lang="de-DE" sz="3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Alternate option syntax (2)</a:t>
            </a:r>
            <a:endParaRPr lang="en-US" sz="3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2E171-3527-60D6-5F89-3DEFF1A8E532}"/>
              </a:ext>
            </a:extLst>
          </p:cNvPr>
          <p:cNvSpPr txBox="1"/>
          <p:nvPr/>
        </p:nvSpPr>
        <p:spPr>
          <a:xfrm>
            <a:off x="1065049" y="3739174"/>
            <a:ext cx="8041244" cy="1071062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clang++ -</a:t>
            </a:r>
            <a:r>
              <a:rPr lang="en-US" sz="1600" dirty="0" err="1">
                <a:latin typeface="Consolas"/>
                <a:ea typeface="Calibri"/>
              </a:rPr>
              <a:t>fsycl</a:t>
            </a:r>
            <a:r>
              <a:rPr lang="en-US" sz="1600" dirty="0">
                <a:latin typeface="Consolas"/>
                <a:ea typeface="Calibri"/>
              </a:rPr>
              <a:t> -c --offload-arch=igca_20,igca_50 \</a:t>
            </a:r>
            <a:br>
              <a:rPr lang="en-US" sz="1600" dirty="0">
                <a:latin typeface="Consolas"/>
                <a:ea typeface="Calibri"/>
              </a:rPr>
            </a:br>
            <a:r>
              <a:rPr lang="en-US" sz="1600" dirty="0">
                <a:latin typeface="Consolas"/>
                <a:ea typeface="Calibri"/>
              </a:rPr>
              <a:t>                    -Xarch_igca20 --offload-code=</a:t>
            </a:r>
            <a:r>
              <a:rPr lang="en-US" sz="1600" dirty="0" err="1">
                <a:latin typeface="Consolas"/>
                <a:ea typeface="Calibri"/>
              </a:rPr>
              <a:t>xe-bmg,code</a:t>
            </a:r>
            <a:r>
              <a:rPr lang="en-US" sz="1600" dirty="0">
                <a:latin typeface="Consolas"/>
                <a:ea typeface="Calibri"/>
              </a:rPr>
              <a:t>=xe-dg2 \</a:t>
            </a:r>
            <a:br>
              <a:rPr lang="en-US" sz="1600" b="1" dirty="0">
                <a:latin typeface="Consolas"/>
                <a:ea typeface="Calibri"/>
              </a:rPr>
            </a:br>
            <a:r>
              <a:rPr lang="en-US" sz="1600" dirty="0">
                <a:latin typeface="Consolas"/>
                <a:ea typeface="Calibri"/>
              </a:rPr>
              <a:t>                    -Xarch_igca50 --offload-code=</a:t>
            </a:r>
            <a:r>
              <a:rPr lang="en-US" sz="1600" dirty="0" err="1">
                <a:latin typeface="Consolas"/>
                <a:ea typeface="Calibri"/>
              </a:rPr>
              <a:t>xe-ptl</a:t>
            </a:r>
            <a:r>
              <a:rPr lang="en-US" sz="1600" dirty="0">
                <a:latin typeface="Consolas"/>
                <a:ea typeface="Calibri"/>
              </a:rPr>
              <a:t> \</a:t>
            </a:r>
            <a:br>
              <a:rPr lang="en-US" sz="1600" dirty="0">
                <a:latin typeface="Consolas"/>
                <a:ea typeface="Calibri"/>
              </a:rPr>
            </a:br>
            <a:r>
              <a:rPr lang="en-US" sz="1600" dirty="0">
                <a:latin typeface="Consolas"/>
                <a:ea typeface="Calibri"/>
              </a:rPr>
              <a:t>                    -Xarch_igca50 --offload-no-embed-</a:t>
            </a:r>
            <a:r>
              <a:rPr lang="en-US" sz="1600" dirty="0" err="1">
                <a:latin typeface="Consolas"/>
                <a:ea typeface="Calibri"/>
              </a:rPr>
              <a:t>ir</a:t>
            </a:r>
            <a:r>
              <a:rPr lang="en-US" sz="1600" dirty="0">
                <a:latin typeface="Consolas"/>
                <a:ea typeface="Calibri"/>
              </a:rPr>
              <a:t> sycl.cpp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B4BE77-951B-BB70-41A3-FD3D5BB19075}"/>
              </a:ext>
            </a:extLst>
          </p:cNvPr>
          <p:cNvSpPr txBox="1"/>
          <p:nvPr/>
        </p:nvSpPr>
        <p:spPr>
          <a:xfrm>
            <a:off x="1065048" y="1817128"/>
            <a:ext cx="9483546" cy="627864"/>
          </a:xfrm>
          <a:prstGeom prst="rect">
            <a:avLst/>
          </a:prstGeom>
          <a:noFill/>
          <a:ln w="1905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$ clang++ -</a:t>
            </a:r>
            <a:r>
              <a:rPr lang="en-US" sz="1600" dirty="0" err="1">
                <a:latin typeface="Consolas"/>
                <a:ea typeface="Calibri"/>
              </a:rPr>
              <a:t>fsycl</a:t>
            </a:r>
            <a:r>
              <a:rPr lang="en-US" sz="1600" dirty="0">
                <a:latin typeface="Consolas"/>
                <a:ea typeface="Calibri"/>
              </a:rPr>
              <a:t> -c --offload-</a:t>
            </a:r>
            <a:r>
              <a:rPr lang="en-US" sz="1600" dirty="0" err="1">
                <a:latin typeface="Consolas"/>
                <a:ea typeface="Calibri"/>
              </a:rPr>
              <a:t>gencode</a:t>
            </a:r>
            <a:r>
              <a:rPr lang="en-US" sz="1600" dirty="0">
                <a:latin typeface="Consolas"/>
                <a:ea typeface="Calibri"/>
              </a:rPr>
              <a:t>=arch=igca_20,code=</a:t>
            </a:r>
            <a:r>
              <a:rPr lang="en-US" sz="1600" dirty="0" err="1">
                <a:latin typeface="Consolas"/>
                <a:ea typeface="Calibri"/>
              </a:rPr>
              <a:t>xe-bmg,code</a:t>
            </a:r>
            <a:r>
              <a:rPr lang="en-US" sz="1600" dirty="0">
                <a:latin typeface="Consolas"/>
                <a:ea typeface="Calibri"/>
              </a:rPr>
              <a:t>=xe-dg2 \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Consolas"/>
                <a:ea typeface="Calibri"/>
              </a:rPr>
              <a:t>                    --offload-</a:t>
            </a:r>
            <a:r>
              <a:rPr lang="en-US" sz="1600" dirty="0" err="1">
                <a:latin typeface="Consolas"/>
                <a:ea typeface="Calibri"/>
              </a:rPr>
              <a:t>gencode</a:t>
            </a:r>
            <a:r>
              <a:rPr lang="en-US" sz="1600" dirty="0">
                <a:latin typeface="Consolas"/>
                <a:ea typeface="Calibri"/>
              </a:rPr>
              <a:t>=arch=igca_50,code=</a:t>
            </a:r>
            <a:r>
              <a:rPr lang="en-US" sz="1600" dirty="0" err="1">
                <a:latin typeface="Consolas"/>
                <a:ea typeface="Calibri"/>
              </a:rPr>
              <a:t>xe</a:t>
            </a:r>
            <a:r>
              <a:rPr lang="en-US" sz="1600" dirty="0">
                <a:latin typeface="Consolas"/>
                <a:ea typeface="Calibri"/>
              </a:rPr>
              <a:t>-</a:t>
            </a:r>
            <a:r>
              <a:rPr lang="en-US" sz="1600" dirty="0" err="1">
                <a:latin typeface="Consolas"/>
                <a:ea typeface="Calibri"/>
              </a:rPr>
              <a:t>ptl,no</a:t>
            </a:r>
            <a:r>
              <a:rPr lang="en-US" sz="1600" dirty="0">
                <a:latin typeface="Consolas"/>
                <a:ea typeface="Calibri"/>
              </a:rPr>
              <a:t>-embed-</a:t>
            </a:r>
            <a:r>
              <a:rPr lang="en-US" sz="1600" dirty="0" err="1">
                <a:latin typeface="Consolas"/>
                <a:ea typeface="Calibri"/>
              </a:rPr>
              <a:t>ir</a:t>
            </a:r>
            <a:r>
              <a:rPr lang="en-US" sz="1600" dirty="0">
                <a:latin typeface="Consolas"/>
                <a:ea typeface="Calibri"/>
              </a:rPr>
              <a:t> sycl.cpp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F4D773-8816-CF60-7347-8F64ECC6C1DB}"/>
              </a:ext>
            </a:extLst>
          </p:cNvPr>
          <p:cNvSpPr txBox="1"/>
          <p:nvPr/>
        </p:nvSpPr>
        <p:spPr>
          <a:xfrm>
            <a:off x="6586294" y="1239385"/>
            <a:ext cx="2823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Proposed syntax (for comparis</a:t>
            </a:r>
            <a:r>
              <a:rPr lang="en-US" sz="1400" dirty="0">
                <a:solidFill>
                  <a:srgbClr val="FF0000"/>
                </a:solidFill>
              </a:rPr>
              <a:t>on)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BA8348-E01F-A420-2683-4F16E3B043E6}"/>
              </a:ext>
            </a:extLst>
          </p:cNvPr>
          <p:cNvCxnSpPr>
            <a:cxnSpLocks/>
          </p:cNvCxnSpPr>
          <p:nvPr/>
        </p:nvCxnSpPr>
        <p:spPr>
          <a:xfrm flipH="1">
            <a:off x="6815581" y="1454829"/>
            <a:ext cx="345749" cy="460307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8CAA3BA-8C8D-E8CA-EB7A-A16501CBFEBC}"/>
              </a:ext>
            </a:extLst>
          </p:cNvPr>
          <p:cNvSpPr txBox="1"/>
          <p:nvPr/>
        </p:nvSpPr>
        <p:spPr>
          <a:xfrm>
            <a:off x="2409158" y="4972284"/>
            <a:ext cx="5588894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Changes meaning of “-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Xarch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_&lt;arch&gt;”.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Driver no longer blindly passes parameter to clang-cc1.  Now driver needs to parse parameter and decide whether to pass it to clang-cc1 or if it has some other meaning.</a:t>
            </a:r>
          </a:p>
        </p:txBody>
      </p:sp>
    </p:spTree>
    <p:extLst>
      <p:ext uri="{BB962C8B-B14F-4D97-AF65-F5344CB8AC3E}">
        <p14:creationId xmlns:p14="http://schemas.microsoft.com/office/powerpoint/2010/main" val="2070297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B7F5F-0CE7-CD96-0BD9-7076D74A9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032D-30A2-4721-A84C-15E646608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3106" cy="1325563"/>
          </a:xfrm>
        </p:spPr>
        <p:txBody>
          <a:bodyPr/>
          <a:lstStyle/>
          <a:p>
            <a:r>
              <a:rPr lang="de-DE" sz="3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RFC discussion</a:t>
            </a:r>
            <a:endParaRPr lang="en-US" sz="3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7D7DC-8AA3-4C54-506F-9973CBCA27DB}"/>
              </a:ext>
            </a:extLst>
          </p:cNvPr>
          <p:cNvSpPr txBox="1"/>
          <p:nvPr/>
        </p:nvSpPr>
        <p:spPr>
          <a:xfrm>
            <a:off x="0" y="2990335"/>
            <a:ext cx="11714205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tx1"/>
                </a:solidFill>
              </a:rPr>
              <a:t>https://discourse.llvm.org/t/rfc-proposed-extension-to-the-offload-arch-option/90790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4650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8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me1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heme1" id="{E0FE5A63-06CC-4179-A2F8-BE78EA8A45BD}" vid="{85FDA5F5-666C-4CB5-8065-2F3D4C28A6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457184ADAB67429546CB334524CB8B" ma:contentTypeVersion="11" ma:contentTypeDescription="Create a new document." ma:contentTypeScope="" ma:versionID="36aa5bbba572a9ede74bc123e210f2d6">
  <xsd:schema xmlns:xsd="http://www.w3.org/2001/XMLSchema" xmlns:xs="http://www.w3.org/2001/XMLSchema" xmlns:p="http://schemas.microsoft.com/office/2006/metadata/properties" xmlns:ns2="8d54ad83-5035-42e4-91f8-577157335407" xmlns:ns3="cb3d64a0-d56b-45f5-9bef-94575b9304d2" targetNamespace="http://schemas.microsoft.com/office/2006/metadata/properties" ma:root="true" ma:fieldsID="a831772170343337edb5864666250293" ns2:_="" ns3:_="">
    <xsd:import namespace="8d54ad83-5035-42e4-91f8-577157335407"/>
    <xsd:import namespace="cb3d64a0-d56b-45f5-9bef-94575b9304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54ad83-5035-42e4-91f8-5771573354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3d64a0-d56b-45f5-9bef-94575b9304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507139-41DA-449B-993F-6689AA286499}">
  <ds:schemaRefs>
    <ds:schemaRef ds:uri="8d54ad83-5035-42e4-91f8-577157335407"/>
    <ds:schemaRef ds:uri="cb3d64a0-d56b-45f5-9bef-94575b9304d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D09B0ED-EDE9-4F68-8669-0CF20E6118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EF4A6D-BF5E-41C2-AD08-E4440AA16254}">
  <ds:schemaRefs>
    <ds:schemaRef ds:uri="8d54ad83-5035-42e4-91f8-577157335407"/>
    <ds:schemaRef ds:uri="cb3d64a0-d56b-45f5-9bef-94575b9304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433</TotalTime>
  <Words>1195</Words>
  <Application>Microsoft Office PowerPoint</Application>
  <PresentationFormat>Widescreen</PresentationFormat>
  <Paragraphs>104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Consolas</vt:lpstr>
      <vt:lpstr>Helvetica</vt:lpstr>
      <vt:lpstr>Helvetica Neue Medium</vt:lpstr>
      <vt:lpstr>Intel Clear</vt:lpstr>
      <vt:lpstr>Intel Clear Light</vt:lpstr>
      <vt:lpstr>Wingdings</vt:lpstr>
      <vt:lpstr>Theme1</vt:lpstr>
      <vt:lpstr>[RFC] Proposed extension to the “--offload-arch” option</vt:lpstr>
      <vt:lpstr>Current "--offload-arch" behavior (CUDA)</vt:lpstr>
      <vt:lpstr>Proposal #1: Allow IR names with "--offload-arch"</vt:lpstr>
      <vt:lpstr>Whether to embed IR by default</vt:lpstr>
      <vt:lpstr>Proposal #2: Language neutral way to control IR embedding</vt:lpstr>
      <vt:lpstr>Separately controlling IR and native code</vt:lpstr>
      <vt:lpstr>Proposal #3: Fine control over IR and native code generation</vt:lpstr>
      <vt:lpstr>Full list of options</vt:lpstr>
      <vt:lpstr>Alternate option syntax (1)</vt:lpstr>
      <vt:lpstr>Alternate option syntax (2)</vt:lpstr>
      <vt:lpstr>RFC discussion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Debug</dc:title>
  <dc:creator>Metzger, Markus T</dc:creator>
  <cp:lastModifiedBy>Lueck, Gregory M</cp:lastModifiedBy>
  <cp:revision>1</cp:revision>
  <dcterms:created xsi:type="dcterms:W3CDTF">2022-02-01T10:52:40Z</dcterms:created>
  <dcterms:modified xsi:type="dcterms:W3CDTF">2026-06-10T13:37:14Z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0x01010017457184ADAB67429546CB334524CB8B</vt:lpwstr>
  </property>
</Properties>
</file>